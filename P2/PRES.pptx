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9" r:id="rId3"/>
    <p:sldId id="291" r:id="rId4"/>
    <p:sldId id="292" r:id="rId5"/>
    <p:sldId id="277" r:id="rId6"/>
    <p:sldId id="290" r:id="rId7"/>
    <p:sldId id="283" r:id="rId8"/>
    <p:sldId id="288" r:id="rId9"/>
    <p:sldId id="289" r:id="rId10"/>
    <p:sldId id="268" r:id="rId11"/>
    <p:sldId id="278" r:id="rId12"/>
    <p:sldId id="263" r:id="rId13"/>
    <p:sldId id="293" r:id="rId14"/>
  </p:sldIdLst>
  <p:sldSz cx="9144000" cy="5143500" type="screen16x9"/>
  <p:notesSz cx="6858000" cy="9144000"/>
  <p:embeddedFontLst>
    <p:embeddedFont>
      <p:font typeface="Play" panose="020B0604020202020204" charset="0"/>
      <p:regular r:id="rId17"/>
      <p:bold r:id="rId18"/>
    </p:embeddedFont>
    <p:embeddedFont>
      <p:font typeface="Source Sans Pro" panose="020B0503030403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11">
          <p15:clr>
            <a:srgbClr val="EA4335"/>
          </p15:clr>
        </p15:guide>
        <p15:guide id="2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9891868-D20A-4FA1-B234-CD7D8489C38B}">
  <a:tblStyle styleId="{89891868-D20A-4FA1-B234-CD7D8489C38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1056" y="228"/>
      </p:cViewPr>
      <p:guideLst>
        <p:guide pos="5311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ien Harichand (222012115)" userId="4838711d-1dcc-4d5d-92e3-c610e960cd6c" providerId="ADAL" clId="{D433A36F-7B0E-44B9-A8F9-1C079D119536}"/>
    <pc:docChg chg="custSel modSld">
      <pc:chgData name="Orien Harichand (222012115)" userId="4838711d-1dcc-4d5d-92e3-c610e960cd6c" providerId="ADAL" clId="{D433A36F-7B0E-44B9-A8F9-1C079D119536}" dt="2026-09-16T09:34:39.906" v="264" actId="403"/>
      <pc:docMkLst>
        <pc:docMk/>
      </pc:docMkLst>
      <pc:sldChg chg="modSp mod">
        <pc:chgData name="Orien Harichand (222012115)" userId="4838711d-1dcc-4d5d-92e3-c610e960cd6c" providerId="ADAL" clId="{D433A36F-7B0E-44B9-A8F9-1C079D119536}" dt="2026-09-16T09:32:19.129" v="181" actId="20577"/>
        <pc:sldMkLst>
          <pc:docMk/>
          <pc:sldMk cId="0" sldId="256"/>
        </pc:sldMkLst>
        <pc:spChg chg="mod">
          <ac:chgData name="Orien Harichand (222012115)" userId="4838711d-1dcc-4d5d-92e3-c610e960cd6c" providerId="ADAL" clId="{D433A36F-7B0E-44B9-A8F9-1C079D119536}" dt="2026-09-16T09:31:45.009" v="106" actId="20577"/>
          <ac:spMkLst>
            <pc:docMk/>
            <pc:sldMk cId="0" sldId="256"/>
            <ac:spMk id="2638" creationId="{00000000-0000-0000-0000-000000000000}"/>
          </ac:spMkLst>
        </pc:spChg>
        <pc:spChg chg="mod">
          <ac:chgData name="Orien Harichand (222012115)" userId="4838711d-1dcc-4d5d-92e3-c610e960cd6c" providerId="ADAL" clId="{D433A36F-7B0E-44B9-A8F9-1C079D119536}" dt="2026-09-16T09:32:19.129" v="181" actId="20577"/>
          <ac:spMkLst>
            <pc:docMk/>
            <pc:sldMk cId="0" sldId="256"/>
            <ac:spMk id="2639" creationId="{00000000-0000-0000-0000-000000000000}"/>
          </ac:spMkLst>
        </pc:spChg>
      </pc:sldChg>
      <pc:sldChg chg="modSp mod">
        <pc:chgData name="Orien Harichand (222012115)" userId="4838711d-1dcc-4d5d-92e3-c610e960cd6c" providerId="ADAL" clId="{D433A36F-7B0E-44B9-A8F9-1C079D119536}" dt="2026-09-16T09:34:39.906" v="264" actId="403"/>
        <pc:sldMkLst>
          <pc:docMk/>
          <pc:sldMk cId="0" sldId="257"/>
        </pc:sldMkLst>
        <pc:spChg chg="mod">
          <ac:chgData name="Orien Harichand (222012115)" userId="4838711d-1dcc-4d5d-92e3-c610e960cd6c" providerId="ADAL" clId="{D433A36F-7B0E-44B9-A8F9-1C079D119536}" dt="2026-09-16T09:34:27.791" v="262" actId="20577"/>
          <ac:spMkLst>
            <pc:docMk/>
            <pc:sldMk cId="0" sldId="257"/>
            <ac:spMk id="2649" creationId="{00000000-0000-0000-0000-000000000000}"/>
          </ac:spMkLst>
        </pc:spChg>
        <pc:spChg chg="mod">
          <ac:chgData name="Orien Harichand (222012115)" userId="4838711d-1dcc-4d5d-92e3-c610e960cd6c" providerId="ADAL" clId="{D433A36F-7B0E-44B9-A8F9-1C079D119536}" dt="2026-09-16T09:34:39.906" v="264" actId="403"/>
          <ac:spMkLst>
            <pc:docMk/>
            <pc:sldMk cId="0" sldId="257"/>
            <ac:spMk id="2650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F105F0-C049-DC9A-2979-4E55A7FAC64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6B8653-C7D0-468B-06C5-1012E3862FA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66F75-79BE-4357-A5C7-E7065316D9A9}" type="datetimeFigureOut">
              <a:rPr lang="en-ZA" smtClean="0"/>
              <a:t>2026/09/16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9E4B1E-DC58-ADBA-715B-4C259B6321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4A237F-8901-BFD7-68FE-D624D0D093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60E373-6278-45AF-B287-8174F8F364A3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0499684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Google Shape;2635;g10b651380e3_0_1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6" name="Google Shape;2636;g10b651380e3_0_1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3" name="Google Shape;2663;g10b651380e3_0_1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4" name="Google Shape;2664;g10b651380e3_0_1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8">
          <a:extLst>
            <a:ext uri="{FF2B5EF4-FFF2-40B4-BE49-F238E27FC236}">
              <a16:creationId xmlns:a16="http://schemas.microsoft.com/office/drawing/2014/main" id="{F725209C-62AE-5713-5552-6522BE1FE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9" name="Google Shape;2979;g10a69f07881_0_175:notes">
            <a:extLst>
              <a:ext uri="{FF2B5EF4-FFF2-40B4-BE49-F238E27FC236}">
                <a16:creationId xmlns:a16="http://schemas.microsoft.com/office/drawing/2014/main" id="{3E3ED556-BF55-2D32-399D-C07DCF43BB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0" name="Google Shape;2980;g10a69f07881_0_175:notes">
            <a:extLst>
              <a:ext uri="{FF2B5EF4-FFF2-40B4-BE49-F238E27FC236}">
                <a16:creationId xmlns:a16="http://schemas.microsoft.com/office/drawing/2014/main" id="{13ADB398-DB84-6010-168C-0B74C6CBF7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54439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8">
          <a:extLst>
            <a:ext uri="{FF2B5EF4-FFF2-40B4-BE49-F238E27FC236}">
              <a16:creationId xmlns:a16="http://schemas.microsoft.com/office/drawing/2014/main" id="{40AFCA92-C448-FA34-97C1-9B40C0E49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9" name="Google Shape;2979;g10a69f07881_0_175:notes">
            <a:extLst>
              <a:ext uri="{FF2B5EF4-FFF2-40B4-BE49-F238E27FC236}">
                <a16:creationId xmlns:a16="http://schemas.microsoft.com/office/drawing/2014/main" id="{01D0A3C2-5E04-40F3-8AE6-4A8F3F287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0" name="Google Shape;2980;g10a69f07881_0_175:notes">
            <a:extLst>
              <a:ext uri="{FF2B5EF4-FFF2-40B4-BE49-F238E27FC236}">
                <a16:creationId xmlns:a16="http://schemas.microsoft.com/office/drawing/2014/main" id="{4023F27F-97BA-D3F5-DE8E-77FDA78E62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96988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4" name="Google Shape;3204;g10a69f07881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5" name="Google Shape;3205;g10a69f07881_0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3">
          <a:extLst>
            <a:ext uri="{FF2B5EF4-FFF2-40B4-BE49-F238E27FC236}">
              <a16:creationId xmlns:a16="http://schemas.microsoft.com/office/drawing/2014/main" id="{914BB6DA-E4F4-51E8-AB1C-D3AAA1258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4" name="Google Shape;3204;g10a69f07881_0_211:notes">
            <a:extLst>
              <a:ext uri="{FF2B5EF4-FFF2-40B4-BE49-F238E27FC236}">
                <a16:creationId xmlns:a16="http://schemas.microsoft.com/office/drawing/2014/main" id="{05F12C39-68A8-FDD2-A41F-BE875590D9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5" name="Google Shape;3205;g10a69f07881_0_211:notes">
            <a:extLst>
              <a:ext uri="{FF2B5EF4-FFF2-40B4-BE49-F238E27FC236}">
                <a16:creationId xmlns:a16="http://schemas.microsoft.com/office/drawing/2014/main" id="{09652100-4D57-928A-3A71-FCC47EDB3E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35600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4" name="Google Shape;3314;g10a69f07881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5" name="Google Shape;3315;g10a69f07881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3" name="Google Shape;3413;g10a9ee379fb_0_6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4" name="Google Shape;3414;g10a9ee379fb_0_6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5" name="Google Shape;3425;g10a69f07881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6" name="Google Shape;3426;g10a69f07881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9" name="Google Shape;2979;g10a69f07881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0" name="Google Shape;2980;g10a69f07881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4" name="Google Shape;3214;g10a69f07881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5" name="Google Shape;3215;g10a69f07881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Google Shape;2723;g10aca425ebe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4" name="Google Shape;2724;g10aca425ebe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2">
          <a:extLst>
            <a:ext uri="{FF2B5EF4-FFF2-40B4-BE49-F238E27FC236}">
              <a16:creationId xmlns:a16="http://schemas.microsoft.com/office/drawing/2014/main" id="{1977438B-6D08-32AB-5610-8387BDF11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" name="Google Shape;2723;g10aca425ebe_0_29:notes">
            <a:extLst>
              <a:ext uri="{FF2B5EF4-FFF2-40B4-BE49-F238E27FC236}">
                <a16:creationId xmlns:a16="http://schemas.microsoft.com/office/drawing/2014/main" id="{0DCAEBA8-214B-DED6-ECFD-545D806C40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4" name="Google Shape;2724;g10aca425ebe_0_29:notes">
            <a:extLst>
              <a:ext uri="{FF2B5EF4-FFF2-40B4-BE49-F238E27FC236}">
                <a16:creationId xmlns:a16="http://schemas.microsoft.com/office/drawing/2014/main" id="{DC132766-13E4-09D5-C601-CD4940EAF4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65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82800" y="1285125"/>
            <a:ext cx="6578400" cy="22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1pPr>
            <a:lvl2pPr lvl="1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211600" y="3865700"/>
            <a:ext cx="4720800" cy="37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0"/>
              <a:buNone/>
              <a:defRPr sz="165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3640848" y="2185426"/>
            <a:ext cx="4088811" cy="4088811"/>
            <a:chOff x="-3640848" y="2185426"/>
            <a:chExt cx="4088811" cy="4088811"/>
          </a:xfrm>
        </p:grpSpPr>
        <p:sp>
          <p:nvSpPr>
            <p:cNvPr id="12" name="Google Shape;12;p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-2722250" y="-1079764"/>
            <a:ext cx="3769563" cy="11358057"/>
            <a:chOff x="-2722250" y="-1079764"/>
            <a:chExt cx="3769563" cy="11358057"/>
          </a:xfrm>
        </p:grpSpPr>
        <p:sp>
          <p:nvSpPr>
            <p:cNvPr id="15" name="Google Shape;15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" name="Google Shape;29;p2"/>
          <p:cNvGrpSpPr/>
          <p:nvPr/>
        </p:nvGrpSpPr>
        <p:grpSpPr>
          <a:xfrm>
            <a:off x="746900" y="-550225"/>
            <a:ext cx="1982975" cy="2013575"/>
            <a:chOff x="746900" y="-550225"/>
            <a:chExt cx="1982975" cy="2013575"/>
          </a:xfrm>
        </p:grpSpPr>
        <p:sp>
          <p:nvSpPr>
            <p:cNvPr id="30" name="Google Shape;30;p2"/>
            <p:cNvSpPr/>
            <p:nvPr/>
          </p:nvSpPr>
          <p:spPr>
            <a:xfrm>
              <a:off x="857425" y="-430200"/>
              <a:ext cx="1746850" cy="1775450"/>
            </a:xfrm>
            <a:custGeom>
              <a:avLst/>
              <a:gdLst/>
              <a:ahLst/>
              <a:cxnLst/>
              <a:rect l="l" t="t" r="r" b="b"/>
              <a:pathLst>
                <a:path w="69874" h="71018" extrusionOk="0">
                  <a:moveTo>
                    <a:pt x="0" y="71018"/>
                  </a:moveTo>
                  <a:lnTo>
                    <a:pt x="23258" y="47640"/>
                  </a:lnTo>
                  <a:lnTo>
                    <a:pt x="21067" y="32258"/>
                  </a:lnTo>
                  <a:lnTo>
                    <a:pt x="36760" y="15827"/>
                  </a:lnTo>
                  <a:lnTo>
                    <a:pt x="53571" y="15803"/>
                  </a:lnTo>
                  <a:lnTo>
                    <a:pt x="6987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746900" y="1312750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2579275" y="-55022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857425" y="-430200"/>
              <a:ext cx="1746850" cy="1775450"/>
            </a:xfrm>
            <a:custGeom>
              <a:avLst/>
              <a:gdLst/>
              <a:ahLst/>
              <a:cxnLst/>
              <a:rect l="l" t="t" r="r" b="b"/>
              <a:pathLst>
                <a:path w="69874" h="71018" extrusionOk="0">
                  <a:moveTo>
                    <a:pt x="0" y="71018"/>
                  </a:moveTo>
                  <a:lnTo>
                    <a:pt x="23258" y="47640"/>
                  </a:lnTo>
                  <a:lnTo>
                    <a:pt x="21067" y="32258"/>
                  </a:lnTo>
                  <a:lnTo>
                    <a:pt x="36760" y="15827"/>
                  </a:lnTo>
                  <a:lnTo>
                    <a:pt x="53571" y="15803"/>
                  </a:lnTo>
                  <a:lnTo>
                    <a:pt x="6987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</p:grpSp>
      <p:grpSp>
        <p:nvGrpSpPr>
          <p:cNvPr id="34" name="Google Shape;34;p2"/>
          <p:cNvGrpSpPr/>
          <p:nvPr/>
        </p:nvGrpSpPr>
        <p:grpSpPr>
          <a:xfrm>
            <a:off x="8129425" y="2555026"/>
            <a:ext cx="4222888" cy="4088811"/>
            <a:chOff x="8129425" y="2555026"/>
            <a:chExt cx="4222888" cy="4088811"/>
          </a:xfrm>
        </p:grpSpPr>
        <p:sp>
          <p:nvSpPr>
            <p:cNvPr id="35" name="Google Shape;35;p2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" name="Google Shape;43;p2"/>
          <p:cNvGrpSpPr/>
          <p:nvPr/>
        </p:nvGrpSpPr>
        <p:grpSpPr>
          <a:xfrm>
            <a:off x="8430775" y="-2181926"/>
            <a:ext cx="2504551" cy="4575301"/>
            <a:chOff x="8430775" y="-2181926"/>
            <a:chExt cx="2504551" cy="4575301"/>
          </a:xfrm>
        </p:grpSpPr>
        <p:sp>
          <p:nvSpPr>
            <p:cNvPr id="44" name="Google Shape;44;p2"/>
            <p:cNvSpPr/>
            <p:nvPr/>
          </p:nvSpPr>
          <p:spPr>
            <a:xfrm rot="10800000">
              <a:off x="8538272" y="-2181926"/>
              <a:ext cx="2397054" cy="4463204"/>
            </a:xfrm>
            <a:custGeom>
              <a:avLst/>
              <a:gdLst/>
              <a:ahLst/>
              <a:cxnLst/>
              <a:rect l="l" t="t" r="r" b="b"/>
              <a:pathLst>
                <a:path w="37473" h="69773" fill="none" extrusionOk="0">
                  <a:moveTo>
                    <a:pt x="0" y="69773"/>
                  </a:moveTo>
                  <a:lnTo>
                    <a:pt x="30223" y="39550"/>
                  </a:lnTo>
                  <a:lnTo>
                    <a:pt x="30223" y="7230"/>
                  </a:lnTo>
                  <a:lnTo>
                    <a:pt x="37473" y="1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8430775" y="224277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 rot="10800000">
              <a:off x="8538272" y="-2181926"/>
              <a:ext cx="2397054" cy="4463204"/>
            </a:xfrm>
            <a:custGeom>
              <a:avLst/>
              <a:gdLst/>
              <a:ahLst/>
              <a:cxnLst/>
              <a:rect l="l" t="t" r="r" b="b"/>
              <a:pathLst>
                <a:path w="37473" h="69773" fill="none" extrusionOk="0">
                  <a:moveTo>
                    <a:pt x="0" y="69773"/>
                  </a:moveTo>
                  <a:lnTo>
                    <a:pt x="30223" y="39550"/>
                  </a:lnTo>
                  <a:lnTo>
                    <a:pt x="30223" y="7230"/>
                  </a:lnTo>
                  <a:lnTo>
                    <a:pt x="37473" y="1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8430775" y="2242775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" name="Google Shape;48;p2"/>
          <p:cNvGrpSpPr/>
          <p:nvPr/>
        </p:nvGrpSpPr>
        <p:grpSpPr>
          <a:xfrm rot="10800000" flipH="1">
            <a:off x="4980106" y="-10605742"/>
            <a:ext cx="3769563" cy="11358057"/>
            <a:chOff x="-2722250" y="-1079764"/>
            <a:chExt cx="3769563" cy="11358057"/>
          </a:xfrm>
        </p:grpSpPr>
        <p:sp>
          <p:nvSpPr>
            <p:cNvPr id="49" name="Google Shape;49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13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705" name="Google Shape;705;p13"/>
          <p:cNvSpPr txBox="1">
            <a:spLocks noGrp="1"/>
          </p:cNvSpPr>
          <p:nvPr>
            <p:ph type="subTitle" idx="1"/>
          </p:nvPr>
        </p:nvSpPr>
        <p:spPr>
          <a:xfrm>
            <a:off x="1975600" y="34239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6" name="Google Shape;706;p13"/>
          <p:cNvSpPr txBox="1">
            <a:spLocks noGrp="1"/>
          </p:cNvSpPr>
          <p:nvPr>
            <p:ph type="subTitle" idx="2"/>
          </p:nvPr>
        </p:nvSpPr>
        <p:spPr>
          <a:xfrm>
            <a:off x="1975600" y="30631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07" name="Google Shape;707;p13"/>
          <p:cNvSpPr txBox="1">
            <a:spLocks noGrp="1"/>
          </p:cNvSpPr>
          <p:nvPr>
            <p:ph type="title" idx="3" hasCustomPrompt="1"/>
          </p:nvPr>
        </p:nvSpPr>
        <p:spPr>
          <a:xfrm>
            <a:off x="1049261" y="3192050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08" name="Google Shape;708;p13"/>
          <p:cNvSpPr txBox="1">
            <a:spLocks noGrp="1"/>
          </p:cNvSpPr>
          <p:nvPr>
            <p:ph type="title" idx="4" hasCustomPrompt="1"/>
          </p:nvPr>
        </p:nvSpPr>
        <p:spPr>
          <a:xfrm>
            <a:off x="4904736" y="3192050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09" name="Google Shape;709;p13"/>
          <p:cNvSpPr txBox="1">
            <a:spLocks noGrp="1"/>
          </p:cNvSpPr>
          <p:nvPr>
            <p:ph type="title" idx="5" hasCustomPrompt="1"/>
          </p:nvPr>
        </p:nvSpPr>
        <p:spPr>
          <a:xfrm>
            <a:off x="1049261" y="1861738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10" name="Google Shape;710;p13"/>
          <p:cNvSpPr txBox="1">
            <a:spLocks noGrp="1"/>
          </p:cNvSpPr>
          <p:nvPr>
            <p:ph type="title" idx="6" hasCustomPrompt="1"/>
          </p:nvPr>
        </p:nvSpPr>
        <p:spPr>
          <a:xfrm>
            <a:off x="4904736" y="1861738"/>
            <a:ext cx="804000" cy="55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r>
              <a:t>xx%</a:t>
            </a:r>
          </a:p>
        </p:txBody>
      </p:sp>
      <p:sp>
        <p:nvSpPr>
          <p:cNvPr id="711" name="Google Shape;711;p13"/>
          <p:cNvSpPr txBox="1">
            <a:spLocks noGrp="1"/>
          </p:cNvSpPr>
          <p:nvPr>
            <p:ph type="subTitle" idx="7"/>
          </p:nvPr>
        </p:nvSpPr>
        <p:spPr>
          <a:xfrm>
            <a:off x="1975600" y="20936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2" name="Google Shape;712;p13"/>
          <p:cNvSpPr txBox="1">
            <a:spLocks noGrp="1"/>
          </p:cNvSpPr>
          <p:nvPr>
            <p:ph type="subTitle" idx="8"/>
          </p:nvPr>
        </p:nvSpPr>
        <p:spPr>
          <a:xfrm>
            <a:off x="1975600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13" name="Google Shape;713;p13"/>
          <p:cNvSpPr txBox="1">
            <a:spLocks noGrp="1"/>
          </p:cNvSpPr>
          <p:nvPr>
            <p:ph type="subTitle" idx="9"/>
          </p:nvPr>
        </p:nvSpPr>
        <p:spPr>
          <a:xfrm>
            <a:off x="5831075" y="34239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4" name="Google Shape;714;p13"/>
          <p:cNvSpPr txBox="1">
            <a:spLocks noGrp="1"/>
          </p:cNvSpPr>
          <p:nvPr>
            <p:ph type="subTitle" idx="13"/>
          </p:nvPr>
        </p:nvSpPr>
        <p:spPr>
          <a:xfrm>
            <a:off x="5831075" y="30631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15" name="Google Shape;715;p13"/>
          <p:cNvSpPr txBox="1">
            <a:spLocks noGrp="1"/>
          </p:cNvSpPr>
          <p:nvPr>
            <p:ph type="subTitle" idx="14"/>
          </p:nvPr>
        </p:nvSpPr>
        <p:spPr>
          <a:xfrm>
            <a:off x="5831075" y="2093675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6" name="Google Shape;716;p13"/>
          <p:cNvSpPr txBox="1">
            <a:spLocks noGrp="1"/>
          </p:cNvSpPr>
          <p:nvPr>
            <p:ph type="subTitle" idx="15"/>
          </p:nvPr>
        </p:nvSpPr>
        <p:spPr>
          <a:xfrm>
            <a:off x="5831075" y="1732878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grpSp>
        <p:nvGrpSpPr>
          <p:cNvPr id="717" name="Google Shape;717;p13"/>
          <p:cNvGrpSpPr/>
          <p:nvPr/>
        </p:nvGrpSpPr>
        <p:grpSpPr>
          <a:xfrm>
            <a:off x="-3130987" y="-4899154"/>
            <a:ext cx="3721951" cy="12135923"/>
            <a:chOff x="-3170262" y="3452177"/>
            <a:chExt cx="3721951" cy="12135923"/>
          </a:xfrm>
        </p:grpSpPr>
        <p:sp>
          <p:nvSpPr>
            <p:cNvPr id="718" name="Google Shape;718;p13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13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13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13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13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13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13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13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13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13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13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13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13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13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13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13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13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13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13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13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13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13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13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13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13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13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13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13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13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13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13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13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13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13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13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13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13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13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13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13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13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13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13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13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13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13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13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13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13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13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13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13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13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13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13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13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74" name="Google Shape;774;p13"/>
          <p:cNvGrpSpPr/>
          <p:nvPr/>
        </p:nvGrpSpPr>
        <p:grpSpPr>
          <a:xfrm flipH="1">
            <a:off x="6309193" y="4399246"/>
            <a:ext cx="3769563" cy="11358057"/>
            <a:chOff x="-2722250" y="-1079764"/>
            <a:chExt cx="3769563" cy="11358057"/>
          </a:xfrm>
        </p:grpSpPr>
        <p:sp>
          <p:nvSpPr>
            <p:cNvPr id="775" name="Google Shape;775;p13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13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13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13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13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13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13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13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13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13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13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13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13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13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9" name="Google Shape;789;p13"/>
          <p:cNvGrpSpPr/>
          <p:nvPr/>
        </p:nvGrpSpPr>
        <p:grpSpPr>
          <a:xfrm>
            <a:off x="8626375" y="-2137135"/>
            <a:ext cx="618526" cy="5831511"/>
            <a:chOff x="8626375" y="-2137135"/>
            <a:chExt cx="618526" cy="5831511"/>
          </a:xfrm>
        </p:grpSpPr>
        <p:sp>
          <p:nvSpPr>
            <p:cNvPr id="790" name="Google Shape;790;p13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13"/>
            <p:cNvSpPr/>
            <p:nvPr/>
          </p:nvSpPr>
          <p:spPr>
            <a:xfrm rot="-5400000">
              <a:off x="8403006" y="1365179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13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13"/>
            <p:cNvSpPr/>
            <p:nvPr/>
          </p:nvSpPr>
          <p:spPr>
            <a:xfrm rot="-5400000">
              <a:off x="8403006" y="1365179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4" name="Google Shape;794;p13"/>
          <p:cNvGrpSpPr/>
          <p:nvPr/>
        </p:nvGrpSpPr>
        <p:grpSpPr>
          <a:xfrm>
            <a:off x="851178" y="3217515"/>
            <a:ext cx="3146276" cy="3021722"/>
            <a:chOff x="851178" y="3217515"/>
            <a:chExt cx="3146276" cy="3021722"/>
          </a:xfrm>
        </p:grpSpPr>
        <p:sp>
          <p:nvSpPr>
            <p:cNvPr id="795" name="Google Shape;795;p13"/>
            <p:cNvSpPr/>
            <p:nvPr/>
          </p:nvSpPr>
          <p:spPr>
            <a:xfrm rot="-8116073">
              <a:off x="1306773" y="376902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13"/>
            <p:cNvSpPr/>
            <p:nvPr/>
          </p:nvSpPr>
          <p:spPr>
            <a:xfrm rot="5400000">
              <a:off x="851178" y="4503372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13"/>
            <p:cNvSpPr/>
            <p:nvPr/>
          </p:nvSpPr>
          <p:spPr>
            <a:xfrm rot="-8116073">
              <a:off x="1306773" y="376902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13"/>
            <p:cNvSpPr/>
            <p:nvPr/>
          </p:nvSpPr>
          <p:spPr>
            <a:xfrm rot="5400000">
              <a:off x="851178" y="4503372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2_1"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0" name="Google Shape;1080;p17"/>
          <p:cNvGrpSpPr/>
          <p:nvPr/>
        </p:nvGrpSpPr>
        <p:grpSpPr>
          <a:xfrm rot="10800000">
            <a:off x="8275488" y="-5806929"/>
            <a:ext cx="3721951" cy="12135923"/>
            <a:chOff x="-3170262" y="3452177"/>
            <a:chExt cx="3721951" cy="12135923"/>
          </a:xfrm>
        </p:grpSpPr>
        <p:sp>
          <p:nvSpPr>
            <p:cNvPr id="1081" name="Google Shape;1081;p17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17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17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17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17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17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17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17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17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17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17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17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17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17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17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17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17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17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17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17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17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17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17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17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17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17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17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17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17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17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17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17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17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17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17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17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17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17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17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17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17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17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17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17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17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17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17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17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17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17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17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17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17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17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17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17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7" name="Google Shape;1137;p17"/>
          <p:cNvGrpSpPr/>
          <p:nvPr/>
        </p:nvGrpSpPr>
        <p:grpSpPr>
          <a:xfrm>
            <a:off x="-2853462" y="-2631329"/>
            <a:ext cx="3721951" cy="12135923"/>
            <a:chOff x="-3170262" y="3452177"/>
            <a:chExt cx="3721951" cy="12135923"/>
          </a:xfrm>
        </p:grpSpPr>
        <p:sp>
          <p:nvSpPr>
            <p:cNvPr id="1138" name="Google Shape;1138;p17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17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17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17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17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17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17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17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17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17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17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17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17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17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17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17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17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17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17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17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17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17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17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17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17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17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17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17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17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17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17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17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17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17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17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17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17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17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17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17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17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17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17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17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17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17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17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17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17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17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17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17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17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17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17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17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4" name="Google Shape;1194;p17"/>
          <p:cNvSpPr txBox="1">
            <a:spLocks noGrp="1"/>
          </p:cNvSpPr>
          <p:nvPr>
            <p:ph type="title" hasCustomPrompt="1"/>
          </p:nvPr>
        </p:nvSpPr>
        <p:spPr>
          <a:xfrm>
            <a:off x="2418150" y="499225"/>
            <a:ext cx="4307700" cy="77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r>
              <a:t>xx%</a:t>
            </a:r>
          </a:p>
        </p:txBody>
      </p:sp>
      <p:sp>
        <p:nvSpPr>
          <p:cNvPr id="1195" name="Google Shape;1195;p17"/>
          <p:cNvSpPr txBox="1">
            <a:spLocks noGrp="1"/>
          </p:cNvSpPr>
          <p:nvPr>
            <p:ph type="subTitle" idx="1"/>
          </p:nvPr>
        </p:nvSpPr>
        <p:spPr>
          <a:xfrm>
            <a:off x="2418146" y="1329175"/>
            <a:ext cx="4307700" cy="309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6" name="Google Shape;1196;p17"/>
          <p:cNvSpPr txBox="1">
            <a:spLocks noGrp="1"/>
          </p:cNvSpPr>
          <p:nvPr>
            <p:ph type="title" idx="2" hasCustomPrompt="1"/>
          </p:nvPr>
        </p:nvSpPr>
        <p:spPr>
          <a:xfrm>
            <a:off x="2418150" y="3419300"/>
            <a:ext cx="4307700" cy="77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r>
              <a:t>xx%</a:t>
            </a:r>
          </a:p>
        </p:txBody>
      </p:sp>
      <p:sp>
        <p:nvSpPr>
          <p:cNvPr id="1197" name="Google Shape;1197;p17"/>
          <p:cNvSpPr txBox="1">
            <a:spLocks noGrp="1"/>
          </p:cNvSpPr>
          <p:nvPr>
            <p:ph type="subTitle" idx="3"/>
          </p:nvPr>
        </p:nvSpPr>
        <p:spPr>
          <a:xfrm>
            <a:off x="2418146" y="4249250"/>
            <a:ext cx="4307700" cy="309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8" name="Google Shape;1198;p17"/>
          <p:cNvSpPr txBox="1">
            <a:spLocks noGrp="1"/>
          </p:cNvSpPr>
          <p:nvPr>
            <p:ph type="title" idx="4" hasCustomPrompt="1"/>
          </p:nvPr>
        </p:nvSpPr>
        <p:spPr>
          <a:xfrm>
            <a:off x="2418150" y="1959263"/>
            <a:ext cx="4307700" cy="77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600"/>
              <a:buNone/>
              <a:defRPr sz="5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99" name="Google Shape;1199;p17"/>
          <p:cNvSpPr txBox="1">
            <a:spLocks noGrp="1"/>
          </p:cNvSpPr>
          <p:nvPr>
            <p:ph type="subTitle" idx="5"/>
          </p:nvPr>
        </p:nvSpPr>
        <p:spPr>
          <a:xfrm>
            <a:off x="2418146" y="2789213"/>
            <a:ext cx="4307700" cy="309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2_1_1">
    <p:spTree>
      <p:nvGrpSpPr>
        <p:cNvPr id="1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p18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grpSp>
        <p:nvGrpSpPr>
          <p:cNvPr id="1202" name="Google Shape;1202;p18"/>
          <p:cNvGrpSpPr/>
          <p:nvPr/>
        </p:nvGrpSpPr>
        <p:grpSpPr>
          <a:xfrm>
            <a:off x="6234179" y="-11612"/>
            <a:ext cx="5178842" cy="5178453"/>
            <a:chOff x="6234179" y="-11612"/>
            <a:chExt cx="5178842" cy="5178453"/>
          </a:xfrm>
        </p:grpSpPr>
        <p:sp>
          <p:nvSpPr>
            <p:cNvPr id="1203" name="Google Shape;1203;p18"/>
            <p:cNvSpPr/>
            <p:nvPr/>
          </p:nvSpPr>
          <p:spPr>
            <a:xfrm rot="8083927">
              <a:off x="7007353" y="731965"/>
              <a:ext cx="3632494" cy="3691299"/>
            </a:xfrm>
            <a:custGeom>
              <a:avLst/>
              <a:gdLst/>
              <a:ahLst/>
              <a:cxnLst/>
              <a:rect l="l" t="t" r="r" b="b"/>
              <a:pathLst>
                <a:path w="65355" h="66413" fill="none" extrusionOk="0">
                  <a:moveTo>
                    <a:pt x="1" y="66412"/>
                  </a:moveTo>
                  <a:lnTo>
                    <a:pt x="37290" y="29123"/>
                  </a:lnTo>
                  <a:lnTo>
                    <a:pt x="45844" y="29123"/>
                  </a:lnTo>
                  <a:lnTo>
                    <a:pt x="58939" y="16048"/>
                  </a:lnTo>
                  <a:lnTo>
                    <a:pt x="58939" y="6436"/>
                  </a:lnTo>
                  <a:lnTo>
                    <a:pt x="6535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18"/>
            <p:cNvSpPr/>
            <p:nvPr/>
          </p:nvSpPr>
          <p:spPr>
            <a:xfrm rot="8083927">
              <a:off x="7007353" y="731965"/>
              <a:ext cx="3632494" cy="3691299"/>
            </a:xfrm>
            <a:custGeom>
              <a:avLst/>
              <a:gdLst/>
              <a:ahLst/>
              <a:cxnLst/>
              <a:rect l="l" t="t" r="r" b="b"/>
              <a:pathLst>
                <a:path w="65355" h="66413" fill="none" extrusionOk="0">
                  <a:moveTo>
                    <a:pt x="1" y="66412"/>
                  </a:moveTo>
                  <a:lnTo>
                    <a:pt x="37290" y="29123"/>
                  </a:lnTo>
                  <a:lnTo>
                    <a:pt x="45844" y="29123"/>
                  </a:lnTo>
                  <a:lnTo>
                    <a:pt x="58939" y="16048"/>
                  </a:lnTo>
                  <a:lnTo>
                    <a:pt x="58939" y="6436"/>
                  </a:lnTo>
                  <a:lnTo>
                    <a:pt x="65354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18"/>
            <p:cNvSpPr/>
            <p:nvPr/>
          </p:nvSpPr>
          <p:spPr>
            <a:xfrm rot="-5400000">
              <a:off x="8446017" y="223775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18"/>
            <p:cNvSpPr/>
            <p:nvPr/>
          </p:nvSpPr>
          <p:spPr>
            <a:xfrm rot="-5400000">
              <a:off x="8446017" y="223775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07" name="Google Shape;1207;p18"/>
          <p:cNvGrpSpPr/>
          <p:nvPr/>
        </p:nvGrpSpPr>
        <p:grpSpPr>
          <a:xfrm rot="10800000">
            <a:off x="-3056350" y="-7040964"/>
            <a:ext cx="3769563" cy="11358057"/>
            <a:chOff x="-2722250" y="-1079764"/>
            <a:chExt cx="3769563" cy="11358057"/>
          </a:xfrm>
        </p:grpSpPr>
        <p:sp>
          <p:nvSpPr>
            <p:cNvPr id="1208" name="Google Shape;1208;p18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18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18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18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18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18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18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18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18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18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18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18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18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18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22" name="Google Shape;1222;p18"/>
          <p:cNvGrpSpPr/>
          <p:nvPr/>
        </p:nvGrpSpPr>
        <p:grpSpPr>
          <a:xfrm>
            <a:off x="-3612573" y="2185426"/>
            <a:ext cx="4088811" cy="4088811"/>
            <a:chOff x="-3640848" y="2185426"/>
            <a:chExt cx="4088811" cy="4088811"/>
          </a:xfrm>
        </p:grpSpPr>
        <p:sp>
          <p:nvSpPr>
            <p:cNvPr id="1223" name="Google Shape;1223;p18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18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_1_1_1_1_1_1_1_2"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p24"/>
          <p:cNvSpPr txBox="1">
            <a:spLocks noGrp="1"/>
          </p:cNvSpPr>
          <p:nvPr>
            <p:ph type="title"/>
          </p:nvPr>
        </p:nvSpPr>
        <p:spPr>
          <a:xfrm>
            <a:off x="4818075" y="1300763"/>
            <a:ext cx="3161700" cy="119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1464" name="Google Shape;1464;p24"/>
          <p:cNvSpPr txBox="1">
            <a:spLocks noGrp="1"/>
          </p:cNvSpPr>
          <p:nvPr>
            <p:ph type="subTitle" idx="1"/>
          </p:nvPr>
        </p:nvSpPr>
        <p:spPr>
          <a:xfrm>
            <a:off x="4818075" y="2548050"/>
            <a:ext cx="3161700" cy="1199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grpSp>
        <p:nvGrpSpPr>
          <p:cNvPr id="1465" name="Google Shape;1465;p24"/>
          <p:cNvGrpSpPr/>
          <p:nvPr/>
        </p:nvGrpSpPr>
        <p:grpSpPr>
          <a:xfrm>
            <a:off x="-3067762" y="-3026548"/>
            <a:ext cx="3721951" cy="12135923"/>
            <a:chOff x="-3170262" y="3452177"/>
            <a:chExt cx="3721951" cy="12135923"/>
          </a:xfrm>
        </p:grpSpPr>
        <p:sp>
          <p:nvSpPr>
            <p:cNvPr id="1466" name="Google Shape;1466;p24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24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24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24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24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24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24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24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24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4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4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24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24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24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24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24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24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24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24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24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24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24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24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24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24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24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24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24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24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24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24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24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24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24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24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24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24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24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24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24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24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24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24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24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24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24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24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24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24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24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24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24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24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24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0" name="Google Shape;1520;p24"/>
          <p:cNvGrpSpPr/>
          <p:nvPr/>
        </p:nvGrpSpPr>
        <p:grpSpPr>
          <a:xfrm>
            <a:off x="8572063" y="-2535098"/>
            <a:ext cx="3721951" cy="12135923"/>
            <a:chOff x="-3170262" y="3452177"/>
            <a:chExt cx="3721951" cy="12135923"/>
          </a:xfrm>
        </p:grpSpPr>
        <p:sp>
          <p:nvSpPr>
            <p:cNvPr id="1521" name="Google Shape;1521;p24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24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24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24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24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24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24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24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24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24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24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24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24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24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24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24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24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24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24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24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24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24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24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24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24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24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24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24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24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24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24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24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24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24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24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24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24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24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24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24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24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24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24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24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24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24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24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24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24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24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24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24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24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24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Google Shape;2464;p35"/>
          <p:cNvSpPr/>
          <p:nvPr/>
        </p:nvSpPr>
        <p:spPr>
          <a:xfrm>
            <a:off x="577225" y="-591925"/>
            <a:ext cx="676500" cy="3240600"/>
          </a:xfrm>
          <a:custGeom>
            <a:avLst/>
            <a:gdLst/>
            <a:ahLst/>
            <a:cxnLst/>
            <a:rect l="l" t="t" r="r" b="b"/>
            <a:pathLst>
              <a:path w="27060" h="129624" extrusionOk="0">
                <a:moveTo>
                  <a:pt x="0" y="0"/>
                </a:moveTo>
                <a:lnTo>
                  <a:pt x="0" y="101874"/>
                </a:lnTo>
                <a:lnTo>
                  <a:pt x="27060" y="129624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cxnSp>
        <p:nvCxnSpPr>
          <p:cNvPr id="2465" name="Google Shape;2465;p35"/>
          <p:cNvCxnSpPr/>
          <p:nvPr/>
        </p:nvCxnSpPr>
        <p:spPr>
          <a:xfrm rot="10800000">
            <a:off x="8860050" y="3165000"/>
            <a:ext cx="0" cy="230040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cxnSp>
      <p:grpSp>
        <p:nvGrpSpPr>
          <p:cNvPr id="2466" name="Google Shape;2466;p35"/>
          <p:cNvGrpSpPr/>
          <p:nvPr/>
        </p:nvGrpSpPr>
        <p:grpSpPr>
          <a:xfrm flipH="1">
            <a:off x="-2783025" y="2555026"/>
            <a:ext cx="4222888" cy="4088811"/>
            <a:chOff x="8129425" y="2555026"/>
            <a:chExt cx="4222888" cy="4088811"/>
          </a:xfrm>
        </p:grpSpPr>
        <p:sp>
          <p:nvSpPr>
            <p:cNvPr id="2467" name="Google Shape;2467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5" name="Google Shape;2475;p35"/>
          <p:cNvGrpSpPr/>
          <p:nvPr/>
        </p:nvGrpSpPr>
        <p:grpSpPr>
          <a:xfrm flipH="1">
            <a:off x="-2986745" y="907371"/>
            <a:ext cx="3769563" cy="11358057"/>
            <a:chOff x="-2722250" y="-1079764"/>
            <a:chExt cx="3769563" cy="11358057"/>
          </a:xfrm>
        </p:grpSpPr>
        <p:sp>
          <p:nvSpPr>
            <p:cNvPr id="2476" name="Google Shape;2476;p3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3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3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3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3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2481;p3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2482;p3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3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3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3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3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3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3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3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0" name="Google Shape;2490;p35"/>
          <p:cNvGrpSpPr/>
          <p:nvPr/>
        </p:nvGrpSpPr>
        <p:grpSpPr>
          <a:xfrm rot="10800000" flipH="1">
            <a:off x="8591775" y="-1202836"/>
            <a:ext cx="4222888" cy="4088811"/>
            <a:chOff x="8129425" y="2555026"/>
            <a:chExt cx="4222888" cy="4088811"/>
          </a:xfrm>
        </p:grpSpPr>
        <p:sp>
          <p:nvSpPr>
            <p:cNvPr id="2491" name="Google Shape;2491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3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3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3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3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9" name="Google Shape;2499;p35"/>
          <p:cNvSpPr/>
          <p:nvPr/>
        </p:nvSpPr>
        <p:spPr>
          <a:xfrm>
            <a:off x="1238289" y="2620086"/>
            <a:ext cx="150600" cy="150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00" name="Google Shape;2500;p35"/>
          <p:cNvGrpSpPr/>
          <p:nvPr/>
        </p:nvGrpSpPr>
        <p:grpSpPr>
          <a:xfrm>
            <a:off x="824987" y="359239"/>
            <a:ext cx="117523" cy="719798"/>
            <a:chOff x="824987" y="359239"/>
            <a:chExt cx="117523" cy="719798"/>
          </a:xfrm>
        </p:grpSpPr>
        <p:sp>
          <p:nvSpPr>
            <p:cNvPr id="2501" name="Google Shape;2501;p35"/>
            <p:cNvSpPr/>
            <p:nvPr/>
          </p:nvSpPr>
          <p:spPr>
            <a:xfrm rot="-5400000">
              <a:off x="824987" y="35923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35"/>
            <p:cNvSpPr/>
            <p:nvPr/>
          </p:nvSpPr>
          <p:spPr>
            <a:xfrm rot="-5400000">
              <a:off x="824987" y="961514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35"/>
            <p:cNvSpPr/>
            <p:nvPr/>
          </p:nvSpPr>
          <p:spPr>
            <a:xfrm rot="-5400000">
              <a:off x="824987" y="76075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35"/>
            <p:cNvSpPr/>
            <p:nvPr/>
          </p:nvSpPr>
          <p:spPr>
            <a:xfrm rot="-5400000">
              <a:off x="824987" y="55999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35"/>
            <p:cNvSpPr/>
            <p:nvPr/>
          </p:nvSpPr>
          <p:spPr>
            <a:xfrm rot="-5400000">
              <a:off x="824987" y="35923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35"/>
            <p:cNvSpPr/>
            <p:nvPr/>
          </p:nvSpPr>
          <p:spPr>
            <a:xfrm rot="-5400000">
              <a:off x="824987" y="961514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35"/>
            <p:cNvSpPr/>
            <p:nvPr/>
          </p:nvSpPr>
          <p:spPr>
            <a:xfrm rot="-5400000">
              <a:off x="824987" y="76075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35"/>
            <p:cNvSpPr/>
            <p:nvPr/>
          </p:nvSpPr>
          <p:spPr>
            <a:xfrm rot="-5400000">
              <a:off x="824987" y="55999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9" name="Google Shape;2509;p35"/>
          <p:cNvSpPr/>
          <p:nvPr/>
        </p:nvSpPr>
        <p:spPr>
          <a:xfrm>
            <a:off x="577225" y="-591925"/>
            <a:ext cx="676500" cy="3240600"/>
          </a:xfrm>
          <a:custGeom>
            <a:avLst/>
            <a:gdLst/>
            <a:ahLst/>
            <a:cxnLst/>
            <a:rect l="l" t="t" r="r" b="b"/>
            <a:pathLst>
              <a:path w="27060" h="129624" extrusionOk="0">
                <a:moveTo>
                  <a:pt x="0" y="0"/>
                </a:moveTo>
                <a:lnTo>
                  <a:pt x="0" y="101874"/>
                </a:lnTo>
                <a:lnTo>
                  <a:pt x="27060" y="129624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sp>
        <p:nvSpPr>
          <p:cNvPr id="2510" name="Google Shape;2510;p35"/>
          <p:cNvSpPr/>
          <p:nvPr/>
        </p:nvSpPr>
        <p:spPr>
          <a:xfrm>
            <a:off x="1238289" y="2620086"/>
            <a:ext cx="150600" cy="150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511" name="Google Shape;2511;p35"/>
          <p:cNvCxnSpPr/>
          <p:nvPr/>
        </p:nvCxnSpPr>
        <p:spPr>
          <a:xfrm rot="10800000">
            <a:off x="8860050" y="3165000"/>
            <a:ext cx="0" cy="230040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cxnSp>
      <p:grpSp>
        <p:nvGrpSpPr>
          <p:cNvPr id="2512" name="Google Shape;2512;p35"/>
          <p:cNvGrpSpPr/>
          <p:nvPr/>
        </p:nvGrpSpPr>
        <p:grpSpPr>
          <a:xfrm>
            <a:off x="8202950" y="1983213"/>
            <a:ext cx="237939" cy="3223487"/>
            <a:chOff x="8202950" y="1983213"/>
            <a:chExt cx="237939" cy="3223487"/>
          </a:xfrm>
        </p:grpSpPr>
        <p:sp>
          <p:nvSpPr>
            <p:cNvPr id="2513" name="Google Shape;2513;p35"/>
            <p:cNvSpPr/>
            <p:nvPr/>
          </p:nvSpPr>
          <p:spPr>
            <a:xfrm>
              <a:off x="8202950" y="2093625"/>
              <a:ext cx="182750" cy="3113075"/>
            </a:xfrm>
            <a:custGeom>
              <a:avLst/>
              <a:gdLst/>
              <a:ahLst/>
              <a:cxnLst/>
              <a:rect l="l" t="t" r="r" b="b"/>
              <a:pathLst>
                <a:path w="7310" h="124523" extrusionOk="0">
                  <a:moveTo>
                    <a:pt x="6787" y="124523"/>
                  </a:moveTo>
                  <a:lnTo>
                    <a:pt x="7236" y="67122"/>
                  </a:lnTo>
                  <a:lnTo>
                    <a:pt x="0" y="57280"/>
                  </a:lnTo>
                  <a:lnTo>
                    <a:pt x="0" y="33256"/>
                  </a:lnTo>
                  <a:lnTo>
                    <a:pt x="7310" y="23088"/>
                  </a:lnTo>
                  <a:lnTo>
                    <a:pt x="7253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14" name="Google Shape;2514;p35"/>
            <p:cNvSpPr/>
            <p:nvPr/>
          </p:nvSpPr>
          <p:spPr>
            <a:xfrm>
              <a:off x="8330489" y="1983213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35"/>
            <p:cNvSpPr/>
            <p:nvPr/>
          </p:nvSpPr>
          <p:spPr>
            <a:xfrm>
              <a:off x="8202950" y="2093625"/>
              <a:ext cx="182750" cy="3113075"/>
            </a:xfrm>
            <a:custGeom>
              <a:avLst/>
              <a:gdLst/>
              <a:ahLst/>
              <a:cxnLst/>
              <a:rect l="l" t="t" r="r" b="b"/>
              <a:pathLst>
                <a:path w="7310" h="124523" extrusionOk="0">
                  <a:moveTo>
                    <a:pt x="6787" y="124523"/>
                  </a:moveTo>
                  <a:lnTo>
                    <a:pt x="7236" y="67122"/>
                  </a:lnTo>
                  <a:lnTo>
                    <a:pt x="0" y="57280"/>
                  </a:lnTo>
                  <a:lnTo>
                    <a:pt x="0" y="33256"/>
                  </a:lnTo>
                  <a:lnTo>
                    <a:pt x="7310" y="23088"/>
                  </a:lnTo>
                  <a:lnTo>
                    <a:pt x="7253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16" name="Google Shape;2516;p35"/>
            <p:cNvSpPr/>
            <p:nvPr/>
          </p:nvSpPr>
          <p:spPr>
            <a:xfrm>
              <a:off x="8330489" y="1983213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35"/>
          <p:cNvGrpSpPr/>
          <p:nvPr/>
        </p:nvGrpSpPr>
        <p:grpSpPr>
          <a:xfrm>
            <a:off x="7704114" y="-97112"/>
            <a:ext cx="261061" cy="3913266"/>
            <a:chOff x="7704114" y="-97112"/>
            <a:chExt cx="261061" cy="3913266"/>
          </a:xfrm>
        </p:grpSpPr>
        <p:sp>
          <p:nvSpPr>
            <p:cNvPr id="2518" name="Google Shape;2518;p35"/>
            <p:cNvSpPr/>
            <p:nvPr/>
          </p:nvSpPr>
          <p:spPr>
            <a:xfrm>
              <a:off x="7779425" y="-97112"/>
              <a:ext cx="185750" cy="3804950"/>
            </a:xfrm>
            <a:custGeom>
              <a:avLst/>
              <a:gdLst/>
              <a:ahLst/>
              <a:cxnLst/>
              <a:rect l="l" t="t" r="r" b="b"/>
              <a:pathLst>
                <a:path w="7430" h="152198" extrusionOk="0">
                  <a:moveTo>
                    <a:pt x="7366" y="0"/>
                  </a:moveTo>
                  <a:lnTo>
                    <a:pt x="7430" y="96755"/>
                  </a:lnTo>
                  <a:lnTo>
                    <a:pt x="0" y="107019"/>
                  </a:lnTo>
                  <a:lnTo>
                    <a:pt x="8" y="152198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19" name="Google Shape;2519;p35"/>
            <p:cNvSpPr/>
            <p:nvPr/>
          </p:nvSpPr>
          <p:spPr>
            <a:xfrm>
              <a:off x="7704114" y="3665554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35"/>
            <p:cNvSpPr/>
            <p:nvPr/>
          </p:nvSpPr>
          <p:spPr>
            <a:xfrm>
              <a:off x="7779425" y="-97112"/>
              <a:ext cx="185750" cy="3804950"/>
            </a:xfrm>
            <a:custGeom>
              <a:avLst/>
              <a:gdLst/>
              <a:ahLst/>
              <a:cxnLst/>
              <a:rect l="l" t="t" r="r" b="b"/>
              <a:pathLst>
                <a:path w="7430" h="152198" extrusionOk="0">
                  <a:moveTo>
                    <a:pt x="7366" y="0"/>
                  </a:moveTo>
                  <a:lnTo>
                    <a:pt x="7430" y="96755"/>
                  </a:lnTo>
                  <a:lnTo>
                    <a:pt x="0" y="107019"/>
                  </a:lnTo>
                  <a:lnTo>
                    <a:pt x="8" y="152198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21" name="Google Shape;2521;p35"/>
            <p:cNvSpPr/>
            <p:nvPr/>
          </p:nvSpPr>
          <p:spPr>
            <a:xfrm>
              <a:off x="7704114" y="3665554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">
    <p:spTree>
      <p:nvGrpSpPr>
        <p:cNvPr id="1" name="Shape 2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3" name="Google Shape;2523;p36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grpSp>
        <p:nvGrpSpPr>
          <p:cNvPr id="2524" name="Google Shape;2524;p36"/>
          <p:cNvGrpSpPr/>
          <p:nvPr/>
        </p:nvGrpSpPr>
        <p:grpSpPr>
          <a:xfrm>
            <a:off x="-2459612" y="638961"/>
            <a:ext cx="3769563" cy="11358057"/>
            <a:chOff x="-2722250" y="-1079764"/>
            <a:chExt cx="3769563" cy="11358057"/>
          </a:xfrm>
        </p:grpSpPr>
        <p:sp>
          <p:nvSpPr>
            <p:cNvPr id="2525" name="Google Shape;2525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9" name="Google Shape;2539;p36"/>
          <p:cNvGrpSpPr/>
          <p:nvPr/>
        </p:nvGrpSpPr>
        <p:grpSpPr>
          <a:xfrm>
            <a:off x="-444950" y="2746461"/>
            <a:ext cx="1158175" cy="2819114"/>
            <a:chOff x="-444950" y="2746461"/>
            <a:chExt cx="1158175" cy="2819114"/>
          </a:xfrm>
        </p:grpSpPr>
        <p:sp>
          <p:nvSpPr>
            <p:cNvPr id="2540" name="Google Shape;2540;p36"/>
            <p:cNvSpPr/>
            <p:nvPr/>
          </p:nvSpPr>
          <p:spPr>
            <a:xfrm>
              <a:off x="248038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41" name="Google Shape;2541;p36"/>
            <p:cNvSpPr/>
            <p:nvPr/>
          </p:nvSpPr>
          <p:spPr>
            <a:xfrm>
              <a:off x="-438775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36"/>
            <p:cNvSpPr/>
            <p:nvPr/>
          </p:nvSpPr>
          <p:spPr>
            <a:xfrm>
              <a:off x="-254275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36"/>
            <p:cNvSpPr/>
            <p:nvPr/>
          </p:nvSpPr>
          <p:spPr>
            <a:xfrm>
              <a:off x="241863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544" name="Google Shape;2544;p36"/>
            <p:cNvSpPr/>
            <p:nvPr/>
          </p:nvSpPr>
          <p:spPr>
            <a:xfrm>
              <a:off x="-444950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36"/>
            <p:cNvSpPr/>
            <p:nvPr/>
          </p:nvSpPr>
          <p:spPr>
            <a:xfrm>
              <a:off x="-260450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36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36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8" name="Google Shape;2548;p36"/>
          <p:cNvGrpSpPr/>
          <p:nvPr/>
        </p:nvGrpSpPr>
        <p:grpSpPr>
          <a:xfrm>
            <a:off x="8118013" y="1690211"/>
            <a:ext cx="3769563" cy="11358057"/>
            <a:chOff x="-2722250" y="-1079764"/>
            <a:chExt cx="3769563" cy="11358057"/>
          </a:xfrm>
        </p:grpSpPr>
        <p:sp>
          <p:nvSpPr>
            <p:cNvPr id="2549" name="Google Shape;2549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36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36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36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36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36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36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36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3" name="Google Shape;2563;p36"/>
          <p:cNvGrpSpPr/>
          <p:nvPr/>
        </p:nvGrpSpPr>
        <p:grpSpPr>
          <a:xfrm rot="-5400000" flipH="1">
            <a:off x="14326746" y="-8155174"/>
            <a:ext cx="5570272" cy="18162622"/>
            <a:chOff x="-3170262" y="3452177"/>
            <a:chExt cx="3721951" cy="12135923"/>
          </a:xfrm>
        </p:grpSpPr>
        <p:sp>
          <p:nvSpPr>
            <p:cNvPr id="2564" name="Google Shape;2564;p36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36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36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36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36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36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36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36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36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36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36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36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36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36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36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36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36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36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36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36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36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36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36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36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36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36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36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36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36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36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36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36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36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36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36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36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36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36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36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36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36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36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36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36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36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36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36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36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36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36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36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36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36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36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36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36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20" name="Google Shape;2620;p36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sp>
      <p:grpSp>
        <p:nvGrpSpPr>
          <p:cNvPr id="2621" name="Google Shape;2621;p36"/>
          <p:cNvGrpSpPr/>
          <p:nvPr/>
        </p:nvGrpSpPr>
        <p:grpSpPr>
          <a:xfrm>
            <a:off x="8342610" y="-1257510"/>
            <a:ext cx="1632765" cy="4501735"/>
            <a:chOff x="8342610" y="-1257510"/>
            <a:chExt cx="1632765" cy="4501735"/>
          </a:xfrm>
        </p:grpSpPr>
        <p:sp>
          <p:nvSpPr>
            <p:cNvPr id="2622" name="Google Shape;2622;p36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36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624" name="Google Shape;2624;p36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sp>
        <p:sp>
          <p:nvSpPr>
            <p:cNvPr id="2625" name="Google Shape;2625;p36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26" name="Google Shape;2626;p36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7" name="Google Shape;2627;p36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15"/>
          <p:cNvSpPr txBox="1">
            <a:spLocks noGrp="1"/>
          </p:cNvSpPr>
          <p:nvPr>
            <p:ph type="title"/>
          </p:nvPr>
        </p:nvSpPr>
        <p:spPr>
          <a:xfrm>
            <a:off x="3039400" y="1812550"/>
            <a:ext cx="4730400" cy="68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923" name="Google Shape;923;p15"/>
          <p:cNvSpPr txBox="1">
            <a:spLocks noGrp="1"/>
          </p:cNvSpPr>
          <p:nvPr>
            <p:ph type="subTitle" idx="1"/>
          </p:nvPr>
        </p:nvSpPr>
        <p:spPr>
          <a:xfrm>
            <a:off x="3039400" y="2854350"/>
            <a:ext cx="4133400" cy="41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24" name="Google Shape;924;p15"/>
          <p:cNvSpPr txBox="1">
            <a:spLocks noGrp="1"/>
          </p:cNvSpPr>
          <p:nvPr>
            <p:ph type="title" idx="2" hasCustomPrompt="1"/>
          </p:nvPr>
        </p:nvSpPr>
        <p:spPr>
          <a:xfrm>
            <a:off x="1624100" y="2159377"/>
            <a:ext cx="1076400" cy="8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925" name="Google Shape;925;p15"/>
          <p:cNvGrpSpPr/>
          <p:nvPr/>
        </p:nvGrpSpPr>
        <p:grpSpPr>
          <a:xfrm rot="5400000" flipH="1">
            <a:off x="3245125" y="-6666529"/>
            <a:ext cx="3721951" cy="12135923"/>
            <a:chOff x="-3170262" y="3452177"/>
            <a:chExt cx="3721951" cy="12135923"/>
          </a:xfrm>
        </p:grpSpPr>
        <p:sp>
          <p:nvSpPr>
            <p:cNvPr id="926" name="Google Shape;926;p1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1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1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1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1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1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1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1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1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1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1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1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2" name="Google Shape;982;p15"/>
          <p:cNvGrpSpPr/>
          <p:nvPr/>
        </p:nvGrpSpPr>
        <p:grpSpPr>
          <a:xfrm>
            <a:off x="-2507408" y="4010131"/>
            <a:ext cx="13681471" cy="3721951"/>
            <a:chOff x="-2507408" y="4010131"/>
            <a:chExt cx="13681471" cy="3721951"/>
          </a:xfrm>
        </p:grpSpPr>
        <p:sp>
          <p:nvSpPr>
            <p:cNvPr id="983" name="Google Shape;983;p15"/>
            <p:cNvSpPr/>
            <p:nvPr/>
          </p:nvSpPr>
          <p:spPr>
            <a:xfrm rot="-5400000">
              <a:off x="5294072" y="184294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5"/>
            <p:cNvSpPr/>
            <p:nvPr/>
          </p:nvSpPr>
          <p:spPr>
            <a:xfrm rot="-5400000">
              <a:off x="6009117" y="6527890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15"/>
            <p:cNvSpPr/>
            <p:nvPr/>
          </p:nvSpPr>
          <p:spPr>
            <a:xfrm rot="-5400000">
              <a:off x="7837772" y="7349837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15"/>
            <p:cNvSpPr/>
            <p:nvPr/>
          </p:nvSpPr>
          <p:spPr>
            <a:xfrm rot="-5400000">
              <a:off x="1414655" y="4861593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15"/>
            <p:cNvSpPr/>
            <p:nvPr/>
          </p:nvSpPr>
          <p:spPr>
            <a:xfrm rot="-5400000">
              <a:off x="4633252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15"/>
            <p:cNvSpPr/>
            <p:nvPr/>
          </p:nvSpPr>
          <p:spPr>
            <a:xfrm rot="-5400000">
              <a:off x="4844935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15"/>
            <p:cNvSpPr/>
            <p:nvPr/>
          </p:nvSpPr>
          <p:spPr>
            <a:xfrm rot="-5400000">
              <a:off x="5058986" y="4074809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15"/>
            <p:cNvSpPr/>
            <p:nvPr/>
          </p:nvSpPr>
          <p:spPr>
            <a:xfrm rot="-5400000">
              <a:off x="5270612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5"/>
            <p:cNvSpPr/>
            <p:nvPr/>
          </p:nvSpPr>
          <p:spPr>
            <a:xfrm rot="-5400000">
              <a:off x="5482295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5"/>
            <p:cNvSpPr/>
            <p:nvPr/>
          </p:nvSpPr>
          <p:spPr>
            <a:xfrm rot="-5400000">
              <a:off x="6394794" y="3705606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5"/>
            <p:cNvSpPr/>
            <p:nvPr/>
          </p:nvSpPr>
          <p:spPr>
            <a:xfrm rot="-5400000">
              <a:off x="526836" y="6351425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5"/>
            <p:cNvSpPr/>
            <p:nvPr/>
          </p:nvSpPr>
          <p:spPr>
            <a:xfrm rot="10800000" flipH="1">
              <a:off x="8072788" y="4010131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15"/>
            <p:cNvSpPr/>
            <p:nvPr/>
          </p:nvSpPr>
          <p:spPr>
            <a:xfrm rot="10800000" flipH="1">
              <a:off x="7051306" y="4011281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15"/>
            <p:cNvSpPr/>
            <p:nvPr/>
          </p:nvSpPr>
          <p:spPr>
            <a:xfrm rot="10800000" flipH="1">
              <a:off x="11056539" y="4996931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15"/>
            <p:cNvSpPr/>
            <p:nvPr/>
          </p:nvSpPr>
          <p:spPr>
            <a:xfrm rot="10800000" flipH="1">
              <a:off x="11056539" y="42864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15"/>
            <p:cNvSpPr/>
            <p:nvPr/>
          </p:nvSpPr>
          <p:spPr>
            <a:xfrm rot="10800000" flipH="1">
              <a:off x="11056539" y="452326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15"/>
            <p:cNvSpPr/>
            <p:nvPr/>
          </p:nvSpPr>
          <p:spPr>
            <a:xfrm rot="10800000" flipH="1">
              <a:off x="11056539" y="47600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5"/>
            <p:cNvSpPr/>
            <p:nvPr/>
          </p:nvSpPr>
          <p:spPr>
            <a:xfrm rot="10800000" flipH="1">
              <a:off x="5481164" y="7463931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5"/>
            <p:cNvSpPr/>
            <p:nvPr/>
          </p:nvSpPr>
          <p:spPr>
            <a:xfrm rot="10800000" flipH="1">
              <a:off x="2956571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5"/>
            <p:cNvSpPr/>
            <p:nvPr/>
          </p:nvSpPr>
          <p:spPr>
            <a:xfrm rot="10800000" flipH="1">
              <a:off x="1770967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15"/>
            <p:cNvSpPr/>
            <p:nvPr/>
          </p:nvSpPr>
          <p:spPr>
            <a:xfrm rot="10800000" flipH="1">
              <a:off x="2008088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15"/>
            <p:cNvSpPr/>
            <p:nvPr/>
          </p:nvSpPr>
          <p:spPr>
            <a:xfrm rot="10800000" flipH="1">
              <a:off x="2245208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15"/>
            <p:cNvSpPr/>
            <p:nvPr/>
          </p:nvSpPr>
          <p:spPr>
            <a:xfrm rot="10800000" flipH="1">
              <a:off x="2482329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15"/>
            <p:cNvSpPr/>
            <p:nvPr/>
          </p:nvSpPr>
          <p:spPr>
            <a:xfrm rot="10800000" flipH="1">
              <a:off x="2719450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15"/>
            <p:cNvSpPr/>
            <p:nvPr/>
          </p:nvSpPr>
          <p:spPr>
            <a:xfrm rot="-5400000">
              <a:off x="5294072" y="184294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15"/>
            <p:cNvSpPr/>
            <p:nvPr/>
          </p:nvSpPr>
          <p:spPr>
            <a:xfrm rot="-5400000">
              <a:off x="6009117" y="6527890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15"/>
            <p:cNvSpPr/>
            <p:nvPr/>
          </p:nvSpPr>
          <p:spPr>
            <a:xfrm rot="-5400000">
              <a:off x="7837772" y="7349837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15"/>
            <p:cNvSpPr/>
            <p:nvPr/>
          </p:nvSpPr>
          <p:spPr>
            <a:xfrm rot="-5400000">
              <a:off x="1414655" y="4861593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15"/>
            <p:cNvSpPr/>
            <p:nvPr/>
          </p:nvSpPr>
          <p:spPr>
            <a:xfrm rot="-5400000">
              <a:off x="4633252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15"/>
            <p:cNvSpPr/>
            <p:nvPr/>
          </p:nvSpPr>
          <p:spPr>
            <a:xfrm rot="-5400000">
              <a:off x="4844935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15"/>
            <p:cNvSpPr/>
            <p:nvPr/>
          </p:nvSpPr>
          <p:spPr>
            <a:xfrm rot="-5400000">
              <a:off x="5058986" y="4074809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15"/>
            <p:cNvSpPr/>
            <p:nvPr/>
          </p:nvSpPr>
          <p:spPr>
            <a:xfrm rot="-5400000">
              <a:off x="5270612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15"/>
            <p:cNvSpPr/>
            <p:nvPr/>
          </p:nvSpPr>
          <p:spPr>
            <a:xfrm rot="-5400000">
              <a:off x="5482295" y="4074752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15"/>
            <p:cNvSpPr/>
            <p:nvPr/>
          </p:nvSpPr>
          <p:spPr>
            <a:xfrm rot="-5400000">
              <a:off x="526836" y="6351425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15"/>
            <p:cNvSpPr/>
            <p:nvPr/>
          </p:nvSpPr>
          <p:spPr>
            <a:xfrm rot="10800000" flipH="1">
              <a:off x="8072788" y="4010131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15"/>
            <p:cNvSpPr/>
            <p:nvPr/>
          </p:nvSpPr>
          <p:spPr>
            <a:xfrm rot="10800000" flipH="1">
              <a:off x="7051306" y="4011281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15"/>
            <p:cNvSpPr/>
            <p:nvPr/>
          </p:nvSpPr>
          <p:spPr>
            <a:xfrm rot="10800000" flipH="1">
              <a:off x="11056539" y="4996931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15"/>
            <p:cNvSpPr/>
            <p:nvPr/>
          </p:nvSpPr>
          <p:spPr>
            <a:xfrm rot="10800000" flipH="1">
              <a:off x="11056539" y="42864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15"/>
            <p:cNvSpPr/>
            <p:nvPr/>
          </p:nvSpPr>
          <p:spPr>
            <a:xfrm rot="10800000" flipH="1">
              <a:off x="11056539" y="452326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15"/>
            <p:cNvSpPr/>
            <p:nvPr/>
          </p:nvSpPr>
          <p:spPr>
            <a:xfrm rot="10800000" flipH="1">
              <a:off x="11056539" y="47600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15"/>
            <p:cNvSpPr/>
            <p:nvPr/>
          </p:nvSpPr>
          <p:spPr>
            <a:xfrm rot="10800000" flipH="1">
              <a:off x="2956571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5"/>
            <p:cNvSpPr/>
            <p:nvPr/>
          </p:nvSpPr>
          <p:spPr>
            <a:xfrm rot="10800000" flipH="1">
              <a:off x="1770967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5"/>
            <p:cNvSpPr/>
            <p:nvPr/>
          </p:nvSpPr>
          <p:spPr>
            <a:xfrm rot="10800000" flipH="1">
              <a:off x="2008088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5"/>
            <p:cNvSpPr/>
            <p:nvPr/>
          </p:nvSpPr>
          <p:spPr>
            <a:xfrm rot="10800000" flipH="1">
              <a:off x="2245208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5"/>
            <p:cNvSpPr/>
            <p:nvPr/>
          </p:nvSpPr>
          <p:spPr>
            <a:xfrm rot="10800000" flipH="1">
              <a:off x="2482329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15"/>
            <p:cNvSpPr/>
            <p:nvPr/>
          </p:nvSpPr>
          <p:spPr>
            <a:xfrm rot="10800000" flipH="1">
              <a:off x="2719450" y="408659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29" name="Google Shape;1029;p15"/>
            <p:cNvGrpSpPr/>
            <p:nvPr/>
          </p:nvGrpSpPr>
          <p:grpSpPr>
            <a:xfrm>
              <a:off x="-2507408" y="4560924"/>
              <a:ext cx="6876983" cy="300288"/>
              <a:chOff x="-2507408" y="4560924"/>
              <a:chExt cx="6876983" cy="300288"/>
            </a:xfrm>
          </p:grpSpPr>
          <p:sp>
            <p:nvSpPr>
              <p:cNvPr id="1030" name="Google Shape;1030;p15"/>
              <p:cNvSpPr/>
              <p:nvPr/>
            </p:nvSpPr>
            <p:spPr>
              <a:xfrm rot="-5400000">
                <a:off x="846319" y="1337956"/>
                <a:ext cx="169528" cy="6876983"/>
              </a:xfrm>
              <a:custGeom>
                <a:avLst/>
                <a:gdLst/>
                <a:ahLst/>
                <a:cxnLst/>
                <a:rect l="l" t="t" r="r" b="b"/>
                <a:pathLst>
                  <a:path w="1468" h="59550" fill="none" extrusionOk="0">
                    <a:moveTo>
                      <a:pt x="1467" y="59549"/>
                    </a:moveTo>
                    <a:lnTo>
                      <a:pt x="1467" y="12749"/>
                    </a:lnTo>
                    <a:lnTo>
                      <a:pt x="1" y="11303"/>
                    </a:lnTo>
                    <a:lnTo>
                      <a:pt x="1" y="0"/>
                    </a:lnTo>
                  </a:path>
                </a:pathLst>
              </a:custGeom>
              <a:noFill/>
              <a:ln w="2857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128588" algn="bl" rotWithShape="0">
                  <a:schemeClr val="accent1"/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Google Shape;1031;p15"/>
              <p:cNvSpPr/>
              <p:nvPr/>
            </p:nvSpPr>
            <p:spPr>
              <a:xfrm rot="10800000" flipH="1">
                <a:off x="-44930" y="4560924"/>
                <a:ext cx="1315747" cy="268151"/>
              </a:xfrm>
              <a:custGeom>
                <a:avLst/>
                <a:gdLst/>
                <a:ahLst/>
                <a:cxnLst/>
                <a:rect l="l" t="t" r="r" b="b"/>
                <a:pathLst>
                  <a:path w="15520" h="1630" extrusionOk="0">
                    <a:moveTo>
                      <a:pt x="0" y="0"/>
                    </a:moveTo>
                    <a:lnTo>
                      <a:pt x="0" y="1629"/>
                    </a:lnTo>
                    <a:lnTo>
                      <a:pt x="15519" y="1629"/>
                    </a:lnTo>
                    <a:lnTo>
                      <a:pt x="1551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457200" dist="19050" algn="bl" rotWithShape="0">
                  <a:schemeClr val="accent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Google Shape;1032;p15"/>
              <p:cNvSpPr/>
              <p:nvPr/>
            </p:nvSpPr>
            <p:spPr>
              <a:xfrm rot="10800000" flipH="1">
                <a:off x="-44930" y="4560924"/>
                <a:ext cx="1315747" cy="268151"/>
              </a:xfrm>
              <a:custGeom>
                <a:avLst/>
                <a:gdLst/>
                <a:ahLst/>
                <a:cxnLst/>
                <a:rect l="l" t="t" r="r" b="b"/>
                <a:pathLst>
                  <a:path w="15520" h="1630" extrusionOk="0">
                    <a:moveTo>
                      <a:pt x="0" y="0"/>
                    </a:moveTo>
                    <a:lnTo>
                      <a:pt x="0" y="1629"/>
                    </a:lnTo>
                    <a:lnTo>
                      <a:pt x="15519" y="1629"/>
                    </a:lnTo>
                    <a:lnTo>
                      <a:pt x="1551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457200" dist="19050" algn="bl" rotWithShape="0">
                  <a:schemeClr val="accent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96050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" name="Google Shape;2068;p32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2069" name="Google Shape;2069;p32"/>
          <p:cNvSpPr txBox="1">
            <a:spLocks noGrp="1"/>
          </p:cNvSpPr>
          <p:nvPr>
            <p:ph type="subTitle" idx="1"/>
          </p:nvPr>
        </p:nvSpPr>
        <p:spPr>
          <a:xfrm>
            <a:off x="1805875" y="1710450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0" name="Google Shape;2070;p32"/>
          <p:cNvSpPr txBox="1">
            <a:spLocks noGrp="1"/>
          </p:cNvSpPr>
          <p:nvPr>
            <p:ph type="subTitle" idx="2"/>
          </p:nvPr>
        </p:nvSpPr>
        <p:spPr>
          <a:xfrm>
            <a:off x="1805875" y="1329200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1" name="Google Shape;2071;p32"/>
          <p:cNvSpPr txBox="1">
            <a:spLocks noGrp="1"/>
          </p:cNvSpPr>
          <p:nvPr>
            <p:ph type="subTitle" idx="3"/>
          </p:nvPr>
        </p:nvSpPr>
        <p:spPr>
          <a:xfrm>
            <a:off x="1805875" y="4077725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2" name="Google Shape;2072;p32"/>
          <p:cNvSpPr txBox="1">
            <a:spLocks noGrp="1"/>
          </p:cNvSpPr>
          <p:nvPr>
            <p:ph type="subTitle" idx="4"/>
          </p:nvPr>
        </p:nvSpPr>
        <p:spPr>
          <a:xfrm>
            <a:off x="1805875" y="3696475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3" name="Google Shape;2073;p32"/>
          <p:cNvSpPr txBox="1">
            <a:spLocks noGrp="1"/>
          </p:cNvSpPr>
          <p:nvPr>
            <p:ph type="subTitle" idx="5"/>
          </p:nvPr>
        </p:nvSpPr>
        <p:spPr>
          <a:xfrm>
            <a:off x="1805875" y="2894088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4" name="Google Shape;2074;p32"/>
          <p:cNvSpPr txBox="1">
            <a:spLocks noGrp="1"/>
          </p:cNvSpPr>
          <p:nvPr>
            <p:ph type="subTitle" idx="6"/>
          </p:nvPr>
        </p:nvSpPr>
        <p:spPr>
          <a:xfrm>
            <a:off x="1805875" y="2512838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5" name="Google Shape;2075;p32"/>
          <p:cNvSpPr txBox="1">
            <a:spLocks noGrp="1"/>
          </p:cNvSpPr>
          <p:nvPr>
            <p:ph type="subTitle" idx="7"/>
          </p:nvPr>
        </p:nvSpPr>
        <p:spPr>
          <a:xfrm>
            <a:off x="5660750" y="1710450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6" name="Google Shape;2076;p32"/>
          <p:cNvSpPr txBox="1">
            <a:spLocks noGrp="1"/>
          </p:cNvSpPr>
          <p:nvPr>
            <p:ph type="subTitle" idx="8"/>
          </p:nvPr>
        </p:nvSpPr>
        <p:spPr>
          <a:xfrm>
            <a:off x="5660750" y="1329200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7" name="Google Shape;2077;p32"/>
          <p:cNvSpPr txBox="1">
            <a:spLocks noGrp="1"/>
          </p:cNvSpPr>
          <p:nvPr>
            <p:ph type="subTitle" idx="9"/>
          </p:nvPr>
        </p:nvSpPr>
        <p:spPr>
          <a:xfrm>
            <a:off x="5660750" y="4077725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8" name="Google Shape;2078;p32"/>
          <p:cNvSpPr txBox="1">
            <a:spLocks noGrp="1"/>
          </p:cNvSpPr>
          <p:nvPr>
            <p:ph type="subTitle" idx="13"/>
          </p:nvPr>
        </p:nvSpPr>
        <p:spPr>
          <a:xfrm>
            <a:off x="5660750" y="3696475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079" name="Google Shape;2079;p32"/>
          <p:cNvSpPr txBox="1">
            <a:spLocks noGrp="1"/>
          </p:cNvSpPr>
          <p:nvPr>
            <p:ph type="subTitle" idx="14"/>
          </p:nvPr>
        </p:nvSpPr>
        <p:spPr>
          <a:xfrm>
            <a:off x="5660750" y="2894088"/>
            <a:ext cx="2687700" cy="445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0" name="Google Shape;2080;p32"/>
          <p:cNvSpPr txBox="1">
            <a:spLocks noGrp="1"/>
          </p:cNvSpPr>
          <p:nvPr>
            <p:ph type="subTitle" idx="15"/>
          </p:nvPr>
        </p:nvSpPr>
        <p:spPr>
          <a:xfrm>
            <a:off x="5660750" y="2512838"/>
            <a:ext cx="26877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grpSp>
        <p:nvGrpSpPr>
          <p:cNvPr id="2081" name="Google Shape;2081;p32"/>
          <p:cNvGrpSpPr/>
          <p:nvPr/>
        </p:nvGrpSpPr>
        <p:grpSpPr>
          <a:xfrm rot="10800000">
            <a:off x="7218810" y="-1747902"/>
            <a:ext cx="3021722" cy="3146276"/>
            <a:chOff x="-1064015" y="2306598"/>
            <a:chExt cx="3021722" cy="3146276"/>
          </a:xfrm>
        </p:grpSpPr>
        <p:sp>
          <p:nvSpPr>
            <p:cNvPr id="2082" name="Google Shape;2082;p32"/>
            <p:cNvSpPr/>
            <p:nvPr/>
          </p:nvSpPr>
          <p:spPr>
            <a:xfrm rot="-2716073">
              <a:off x="-731526" y="298121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32"/>
            <p:cNvSpPr/>
            <p:nvPr/>
          </p:nvSpPr>
          <p:spPr>
            <a:xfrm>
              <a:off x="518938" y="2306598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32"/>
            <p:cNvSpPr/>
            <p:nvPr/>
          </p:nvSpPr>
          <p:spPr>
            <a:xfrm rot="-2716073">
              <a:off x="-731526" y="298121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32"/>
            <p:cNvSpPr/>
            <p:nvPr/>
          </p:nvSpPr>
          <p:spPr>
            <a:xfrm>
              <a:off x="518938" y="2306598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6" name="Google Shape;2086;p32"/>
          <p:cNvGrpSpPr/>
          <p:nvPr/>
        </p:nvGrpSpPr>
        <p:grpSpPr>
          <a:xfrm rot="10800000">
            <a:off x="-66225" y="2050490"/>
            <a:ext cx="618526" cy="5831511"/>
            <a:chOff x="8626375" y="-2137135"/>
            <a:chExt cx="618526" cy="5831511"/>
          </a:xfrm>
        </p:grpSpPr>
        <p:sp>
          <p:nvSpPr>
            <p:cNvPr id="2087" name="Google Shape;2087;p32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32"/>
            <p:cNvSpPr/>
            <p:nvPr/>
          </p:nvSpPr>
          <p:spPr>
            <a:xfrm rot="-5400000">
              <a:off x="8403006" y="2019204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32"/>
            <p:cNvSpPr/>
            <p:nvPr/>
          </p:nvSpPr>
          <p:spPr>
            <a:xfrm rot="10800000" flipH="1">
              <a:off x="8754318" y="-2137135"/>
              <a:ext cx="490583" cy="5831511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32"/>
            <p:cNvSpPr/>
            <p:nvPr/>
          </p:nvSpPr>
          <p:spPr>
            <a:xfrm rot="-5400000">
              <a:off x="8403006" y="2019204"/>
              <a:ext cx="714890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1" name="Google Shape;2091;p32"/>
          <p:cNvGrpSpPr/>
          <p:nvPr/>
        </p:nvGrpSpPr>
        <p:grpSpPr>
          <a:xfrm>
            <a:off x="8749262" y="539535"/>
            <a:ext cx="117523" cy="519040"/>
            <a:chOff x="9744987" y="2954335"/>
            <a:chExt cx="117523" cy="519040"/>
          </a:xfrm>
        </p:grpSpPr>
        <p:sp>
          <p:nvSpPr>
            <p:cNvPr id="2092" name="Google Shape;2092;p32"/>
            <p:cNvSpPr/>
            <p:nvPr/>
          </p:nvSpPr>
          <p:spPr>
            <a:xfrm rot="-5400000">
              <a:off x="9744987" y="335585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32"/>
            <p:cNvSpPr/>
            <p:nvPr/>
          </p:nvSpPr>
          <p:spPr>
            <a:xfrm rot="-5400000">
              <a:off x="9744987" y="3155093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32"/>
            <p:cNvSpPr/>
            <p:nvPr/>
          </p:nvSpPr>
          <p:spPr>
            <a:xfrm rot="-5400000">
              <a:off x="9744987" y="295433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32"/>
            <p:cNvSpPr/>
            <p:nvPr/>
          </p:nvSpPr>
          <p:spPr>
            <a:xfrm rot="-5400000">
              <a:off x="9744987" y="335585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32"/>
            <p:cNvSpPr/>
            <p:nvPr/>
          </p:nvSpPr>
          <p:spPr>
            <a:xfrm rot="-5400000">
              <a:off x="9744987" y="3155093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32"/>
            <p:cNvSpPr/>
            <p:nvPr/>
          </p:nvSpPr>
          <p:spPr>
            <a:xfrm rot="-5400000">
              <a:off x="9744987" y="295433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8" name="Google Shape;2098;p32"/>
          <p:cNvGrpSpPr/>
          <p:nvPr/>
        </p:nvGrpSpPr>
        <p:grpSpPr>
          <a:xfrm rot="5400000">
            <a:off x="-1353565" y="-944652"/>
            <a:ext cx="3021722" cy="3146276"/>
            <a:chOff x="-1064015" y="2306598"/>
            <a:chExt cx="3021722" cy="3146276"/>
          </a:xfrm>
        </p:grpSpPr>
        <p:sp>
          <p:nvSpPr>
            <p:cNvPr id="2099" name="Google Shape;2099;p32"/>
            <p:cNvSpPr/>
            <p:nvPr/>
          </p:nvSpPr>
          <p:spPr>
            <a:xfrm rot="-2716073">
              <a:off x="-731526" y="298121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32"/>
            <p:cNvSpPr/>
            <p:nvPr/>
          </p:nvSpPr>
          <p:spPr>
            <a:xfrm>
              <a:off x="518938" y="2306598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32"/>
            <p:cNvSpPr/>
            <p:nvPr/>
          </p:nvSpPr>
          <p:spPr>
            <a:xfrm rot="-2716073">
              <a:off x="-731526" y="2981210"/>
              <a:ext cx="2356744" cy="1918711"/>
            </a:xfrm>
            <a:custGeom>
              <a:avLst/>
              <a:gdLst/>
              <a:ahLst/>
              <a:cxnLst/>
              <a:rect l="l" t="t" r="r" b="b"/>
              <a:pathLst>
                <a:path w="42402" h="34521" fill="none" extrusionOk="0">
                  <a:moveTo>
                    <a:pt x="0" y="34520"/>
                  </a:moveTo>
                  <a:lnTo>
                    <a:pt x="24093" y="10428"/>
                  </a:lnTo>
                  <a:lnTo>
                    <a:pt x="31954" y="10428"/>
                  </a:lnTo>
                  <a:lnTo>
                    <a:pt x="42402" y="0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32"/>
            <p:cNvSpPr/>
            <p:nvPr/>
          </p:nvSpPr>
          <p:spPr>
            <a:xfrm>
              <a:off x="518938" y="2306598"/>
              <a:ext cx="150600" cy="1506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3" name="Google Shape;2103;p32"/>
          <p:cNvGrpSpPr/>
          <p:nvPr/>
        </p:nvGrpSpPr>
        <p:grpSpPr>
          <a:xfrm flipH="1">
            <a:off x="5149127" y="4880776"/>
            <a:ext cx="4088811" cy="4088811"/>
            <a:chOff x="-3640848" y="2185426"/>
            <a:chExt cx="4088811" cy="4088811"/>
          </a:xfrm>
        </p:grpSpPr>
        <p:sp>
          <p:nvSpPr>
            <p:cNvPr id="2104" name="Google Shape;2104;p3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32"/>
            <p:cNvSpPr/>
            <p:nvPr/>
          </p:nvSpPr>
          <p:spPr>
            <a:xfrm flipH="1">
              <a:off x="-3640848" y="21854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6686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5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5"/>
          <p:cNvSpPr txBox="1">
            <a:spLocks noGrp="1"/>
          </p:cNvSpPr>
          <p:nvPr>
            <p:ph type="subTitle" idx="1"/>
          </p:nvPr>
        </p:nvSpPr>
        <p:spPr>
          <a:xfrm>
            <a:off x="1928175" y="3411591"/>
            <a:ext cx="23145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5"/>
          <p:cNvSpPr txBox="1">
            <a:spLocks noGrp="1"/>
          </p:cNvSpPr>
          <p:nvPr>
            <p:ph type="subTitle" idx="2"/>
          </p:nvPr>
        </p:nvSpPr>
        <p:spPr>
          <a:xfrm>
            <a:off x="1928175" y="2954153"/>
            <a:ext cx="23145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56" name="Google Shape;256;p5"/>
          <p:cNvSpPr txBox="1">
            <a:spLocks noGrp="1"/>
          </p:cNvSpPr>
          <p:nvPr>
            <p:ph type="subTitle" idx="3"/>
          </p:nvPr>
        </p:nvSpPr>
        <p:spPr>
          <a:xfrm>
            <a:off x="4901325" y="3411591"/>
            <a:ext cx="2314500" cy="7845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5"/>
          <p:cNvSpPr txBox="1">
            <a:spLocks noGrp="1"/>
          </p:cNvSpPr>
          <p:nvPr>
            <p:ph type="subTitle" idx="4"/>
          </p:nvPr>
        </p:nvSpPr>
        <p:spPr>
          <a:xfrm>
            <a:off x="4901325" y="2954153"/>
            <a:ext cx="2314500" cy="381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Play"/>
              <a:buNone/>
              <a:defRPr sz="2000" b="1"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258" name="Google Shape;258;p5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  <p:txBody>
          <a:bodyPr/>
          <a:lstStyle/>
          <a:p>
            <a:endParaRPr lang="en-ZA"/>
          </a:p>
        </p:txBody>
      </p:sp>
      <p:grpSp>
        <p:nvGrpSpPr>
          <p:cNvPr id="259" name="Google Shape;259;p5"/>
          <p:cNvGrpSpPr/>
          <p:nvPr/>
        </p:nvGrpSpPr>
        <p:grpSpPr>
          <a:xfrm>
            <a:off x="-2459612" y="638961"/>
            <a:ext cx="3769563" cy="11358057"/>
            <a:chOff x="-2722250" y="-1079764"/>
            <a:chExt cx="3769563" cy="11358057"/>
          </a:xfrm>
        </p:grpSpPr>
        <p:sp>
          <p:nvSpPr>
            <p:cNvPr id="260" name="Google Shape;260;p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4" name="Google Shape;274;p5"/>
          <p:cNvGrpSpPr/>
          <p:nvPr/>
        </p:nvGrpSpPr>
        <p:grpSpPr>
          <a:xfrm>
            <a:off x="-444950" y="2746461"/>
            <a:ext cx="1158175" cy="2819114"/>
            <a:chOff x="-444950" y="2746461"/>
            <a:chExt cx="1158175" cy="2819114"/>
          </a:xfrm>
        </p:grpSpPr>
        <p:sp>
          <p:nvSpPr>
            <p:cNvPr id="275" name="Google Shape;275;p5"/>
            <p:cNvSpPr/>
            <p:nvPr/>
          </p:nvSpPr>
          <p:spPr>
            <a:xfrm>
              <a:off x="248038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276" name="Google Shape;276;p5"/>
            <p:cNvSpPr/>
            <p:nvPr/>
          </p:nvSpPr>
          <p:spPr>
            <a:xfrm>
              <a:off x="-438775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5"/>
            <p:cNvSpPr/>
            <p:nvPr/>
          </p:nvSpPr>
          <p:spPr>
            <a:xfrm>
              <a:off x="-254275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5"/>
            <p:cNvSpPr/>
            <p:nvPr/>
          </p:nvSpPr>
          <p:spPr>
            <a:xfrm>
              <a:off x="241863" y="2856850"/>
              <a:ext cx="267975" cy="1554325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279" name="Google Shape;279;p5"/>
            <p:cNvSpPr/>
            <p:nvPr/>
          </p:nvSpPr>
          <p:spPr>
            <a:xfrm>
              <a:off x="-444950" y="4411175"/>
              <a:ext cx="1152000" cy="11544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5"/>
            <p:cNvSpPr/>
            <p:nvPr/>
          </p:nvSpPr>
          <p:spPr>
            <a:xfrm>
              <a:off x="-260450" y="4596125"/>
              <a:ext cx="783000" cy="7845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5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5"/>
            <p:cNvSpPr/>
            <p:nvPr/>
          </p:nvSpPr>
          <p:spPr>
            <a:xfrm>
              <a:off x="189739" y="2746461"/>
              <a:ext cx="110400" cy="1104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" name="Google Shape;283;p5"/>
          <p:cNvGrpSpPr/>
          <p:nvPr/>
        </p:nvGrpSpPr>
        <p:grpSpPr>
          <a:xfrm>
            <a:off x="8118013" y="1690211"/>
            <a:ext cx="3769563" cy="11358057"/>
            <a:chOff x="-2722250" y="-1079764"/>
            <a:chExt cx="3769563" cy="11358057"/>
          </a:xfrm>
        </p:grpSpPr>
        <p:sp>
          <p:nvSpPr>
            <p:cNvPr id="284" name="Google Shape;284;p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" name="Google Shape;298;p5"/>
          <p:cNvGrpSpPr/>
          <p:nvPr/>
        </p:nvGrpSpPr>
        <p:grpSpPr>
          <a:xfrm rot="-5400000" flipH="1">
            <a:off x="14326746" y="-8155174"/>
            <a:ext cx="5570272" cy="18162622"/>
            <a:chOff x="-3170262" y="3452177"/>
            <a:chExt cx="3721951" cy="12135923"/>
          </a:xfrm>
        </p:grpSpPr>
        <p:sp>
          <p:nvSpPr>
            <p:cNvPr id="299" name="Google Shape;299;p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5"/>
          <p:cNvSpPr/>
          <p:nvPr/>
        </p:nvSpPr>
        <p:spPr>
          <a:xfrm rot="10800000">
            <a:off x="7982776" y="-544214"/>
            <a:ext cx="267975" cy="1554325"/>
          </a:xfrm>
          <a:custGeom>
            <a:avLst/>
            <a:gdLst/>
            <a:ahLst/>
            <a:cxnLst/>
            <a:rect l="l" t="t" r="r" b="b"/>
            <a:pathLst>
              <a:path w="10719" h="62173" extrusionOk="0">
                <a:moveTo>
                  <a:pt x="0" y="0"/>
                </a:moveTo>
                <a:lnTo>
                  <a:pt x="0" y="51453"/>
                </a:lnTo>
                <a:lnTo>
                  <a:pt x="10719" y="62173"/>
                </a:lnTo>
              </a:path>
            </a:pathLst>
          </a:cu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  <p:txBody>
          <a:bodyPr/>
          <a:lstStyle/>
          <a:p>
            <a:endParaRPr lang="en-ZA"/>
          </a:p>
        </p:txBody>
      </p:sp>
      <p:grpSp>
        <p:nvGrpSpPr>
          <p:cNvPr id="356" name="Google Shape;356;p5"/>
          <p:cNvGrpSpPr/>
          <p:nvPr/>
        </p:nvGrpSpPr>
        <p:grpSpPr>
          <a:xfrm>
            <a:off x="8342610" y="-1257510"/>
            <a:ext cx="1632765" cy="4501735"/>
            <a:chOff x="8342610" y="-1257510"/>
            <a:chExt cx="1632765" cy="4501735"/>
          </a:xfrm>
        </p:grpSpPr>
        <p:sp>
          <p:nvSpPr>
            <p:cNvPr id="357" name="Google Shape;357;p5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5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359" name="Google Shape;359;p5"/>
            <p:cNvSpPr/>
            <p:nvPr/>
          </p:nvSpPr>
          <p:spPr>
            <a:xfrm rot="10800000">
              <a:off x="8342610" y="-1257510"/>
              <a:ext cx="531689" cy="3083936"/>
            </a:xfrm>
            <a:custGeom>
              <a:avLst/>
              <a:gdLst/>
              <a:ahLst/>
              <a:cxnLst/>
              <a:rect l="l" t="t" r="r" b="b"/>
              <a:pathLst>
                <a:path w="10719" h="62173" extrusionOk="0">
                  <a:moveTo>
                    <a:pt x="0" y="0"/>
                  </a:moveTo>
                  <a:lnTo>
                    <a:pt x="0" y="51453"/>
                  </a:lnTo>
                  <a:lnTo>
                    <a:pt x="10719" y="62173"/>
                  </a:lnTo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/>
            <a:lstStyle/>
            <a:p>
              <a:endParaRPr lang="en-ZA"/>
            </a:p>
          </p:txBody>
        </p:sp>
        <p:sp>
          <p:nvSpPr>
            <p:cNvPr id="360" name="Google Shape;360;p5"/>
            <p:cNvSpPr/>
            <p:nvPr/>
          </p:nvSpPr>
          <p:spPr>
            <a:xfrm>
              <a:off x="8560275" y="1826425"/>
              <a:ext cx="1415100" cy="1417800"/>
            </a:xfrm>
            <a:prstGeom prst="rect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1" name="Google Shape;361;p5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5"/>
          <p:cNvSpPr/>
          <p:nvPr/>
        </p:nvSpPr>
        <p:spPr>
          <a:xfrm rot="10800000">
            <a:off x="8193774" y="1010100"/>
            <a:ext cx="110400" cy="1104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outerShdw blurRad="285750" algn="bl" rotWithShape="0">
              <a:schemeClr val="accent1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03034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6">
  <p:cSld name="Title and text 6">
    <p:spTree>
      <p:nvGrpSpPr>
        <p:cNvPr id="1" name="Shape 1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Google Shape;1576;p25"/>
          <p:cNvSpPr txBox="1">
            <a:spLocks noGrp="1"/>
          </p:cNvSpPr>
          <p:nvPr>
            <p:ph type="title"/>
          </p:nvPr>
        </p:nvSpPr>
        <p:spPr>
          <a:xfrm>
            <a:off x="1362400" y="1300763"/>
            <a:ext cx="3161700" cy="119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endParaRPr/>
          </a:p>
        </p:txBody>
      </p:sp>
      <p:sp>
        <p:nvSpPr>
          <p:cNvPr id="1577" name="Google Shape;1577;p25"/>
          <p:cNvSpPr txBox="1">
            <a:spLocks noGrp="1"/>
          </p:cNvSpPr>
          <p:nvPr>
            <p:ph type="subTitle" idx="1"/>
          </p:nvPr>
        </p:nvSpPr>
        <p:spPr>
          <a:xfrm>
            <a:off x="1362400" y="2548050"/>
            <a:ext cx="3161700" cy="11994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grpSp>
        <p:nvGrpSpPr>
          <p:cNvPr id="1578" name="Google Shape;1578;p25"/>
          <p:cNvGrpSpPr/>
          <p:nvPr/>
        </p:nvGrpSpPr>
        <p:grpSpPr>
          <a:xfrm rot="5400000">
            <a:off x="1266764" y="4562626"/>
            <a:ext cx="4222888" cy="4088811"/>
            <a:chOff x="8129425" y="2555026"/>
            <a:chExt cx="4222888" cy="4088811"/>
          </a:xfrm>
        </p:grpSpPr>
        <p:sp>
          <p:nvSpPr>
            <p:cNvPr id="1579" name="Google Shape;1579;p2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25"/>
            <p:cNvSpPr/>
            <p:nvPr/>
          </p:nvSpPr>
          <p:spPr>
            <a:xfrm>
              <a:off x="8263502" y="2555026"/>
              <a:ext cx="4088811" cy="4088811"/>
            </a:xfrm>
            <a:custGeom>
              <a:avLst/>
              <a:gdLst/>
              <a:ahLst/>
              <a:cxnLst/>
              <a:rect l="l" t="t" r="r" b="b"/>
              <a:pathLst>
                <a:path w="21100" h="21100" fill="none" extrusionOk="0">
                  <a:moveTo>
                    <a:pt x="21100" y="21099"/>
                  </a:moveTo>
                  <a:lnTo>
                    <a:pt x="1" y="21099"/>
                  </a:lnTo>
                  <a:lnTo>
                    <a:pt x="1" y="3911"/>
                  </a:lnTo>
                  <a:lnTo>
                    <a:pt x="3809" y="0"/>
                  </a:lnTo>
                  <a:lnTo>
                    <a:pt x="21100" y="0"/>
                  </a:lnTo>
                  <a:close/>
                </a:path>
              </a:pathLst>
            </a:custGeom>
            <a:noFill/>
            <a:ln w="28575" cap="flat" cmpd="sng">
              <a:solidFill>
                <a:schemeClr val="accent1"/>
              </a:solidFill>
              <a:prstDash val="solid"/>
              <a:miter lim="20365"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2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2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2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25"/>
            <p:cNvSpPr/>
            <p:nvPr/>
          </p:nvSpPr>
          <p:spPr>
            <a:xfrm rot="-5400000">
              <a:off x="8064107" y="3895031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25"/>
            <p:cNvSpPr/>
            <p:nvPr/>
          </p:nvSpPr>
          <p:spPr>
            <a:xfrm rot="-5400000">
              <a:off x="8064107" y="485406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25"/>
            <p:cNvSpPr/>
            <p:nvPr/>
          </p:nvSpPr>
          <p:spPr>
            <a:xfrm rot="-5400000">
              <a:off x="8064107" y="5813119"/>
              <a:ext cx="398786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7" name="Google Shape;1587;p25"/>
          <p:cNvGrpSpPr/>
          <p:nvPr/>
        </p:nvGrpSpPr>
        <p:grpSpPr>
          <a:xfrm flipH="1">
            <a:off x="8150363" y="-4899154"/>
            <a:ext cx="3721951" cy="12135923"/>
            <a:chOff x="-3170262" y="3452177"/>
            <a:chExt cx="3721951" cy="12135923"/>
          </a:xfrm>
        </p:grpSpPr>
        <p:sp>
          <p:nvSpPr>
            <p:cNvPr id="1588" name="Google Shape;1588;p2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2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2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2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2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2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2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2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2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2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2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2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2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2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2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2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2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2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2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2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2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2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2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2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2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2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2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2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25"/>
            <p:cNvSpPr/>
            <p:nvPr/>
          </p:nvSpPr>
          <p:spPr>
            <a:xfrm rot="10800000" flipH="1">
              <a:off x="-3118587" y="3494700"/>
              <a:ext cx="3535035" cy="8139899"/>
            </a:xfrm>
            <a:custGeom>
              <a:avLst/>
              <a:gdLst/>
              <a:ahLst/>
              <a:cxnLst/>
              <a:rect l="l" t="t" r="r" b="b"/>
              <a:pathLst>
                <a:path w="30611" h="70486" fill="none" extrusionOk="0">
                  <a:moveTo>
                    <a:pt x="449" y="50202"/>
                  </a:moveTo>
                  <a:lnTo>
                    <a:pt x="449" y="55008"/>
                  </a:lnTo>
                  <a:lnTo>
                    <a:pt x="3361" y="57941"/>
                  </a:lnTo>
                  <a:lnTo>
                    <a:pt x="3361" y="61851"/>
                  </a:lnTo>
                  <a:lnTo>
                    <a:pt x="1" y="65232"/>
                  </a:lnTo>
                  <a:lnTo>
                    <a:pt x="1" y="70486"/>
                  </a:lnTo>
                  <a:lnTo>
                    <a:pt x="7597" y="70486"/>
                  </a:lnTo>
                  <a:lnTo>
                    <a:pt x="10224" y="67859"/>
                  </a:lnTo>
                  <a:lnTo>
                    <a:pt x="17882" y="67859"/>
                  </a:lnTo>
                  <a:lnTo>
                    <a:pt x="20407" y="70384"/>
                  </a:lnTo>
                  <a:lnTo>
                    <a:pt x="30610" y="70384"/>
                  </a:lnTo>
                  <a:lnTo>
                    <a:pt x="30610" y="27413"/>
                  </a:lnTo>
                  <a:lnTo>
                    <a:pt x="28187" y="24989"/>
                  </a:lnTo>
                  <a:lnTo>
                    <a:pt x="28187" y="15458"/>
                  </a:lnTo>
                  <a:lnTo>
                    <a:pt x="30549" y="13116"/>
                  </a:lnTo>
                  <a:lnTo>
                    <a:pt x="30549" y="1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25"/>
            <p:cNvSpPr/>
            <p:nvPr/>
          </p:nvSpPr>
          <p:spPr>
            <a:xfrm rot="10800000" flipH="1">
              <a:off x="-3036246" y="7546946"/>
              <a:ext cx="115" cy="2140237"/>
            </a:xfrm>
            <a:custGeom>
              <a:avLst/>
              <a:gdLst/>
              <a:ahLst/>
              <a:cxnLst/>
              <a:rect l="l" t="t" r="r" b="b"/>
              <a:pathLst>
                <a:path w="1" h="18533" fill="none" extrusionOk="0">
                  <a:moveTo>
                    <a:pt x="1" y="0"/>
                  </a:moveTo>
                  <a:lnTo>
                    <a:pt x="1" y="18533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25"/>
            <p:cNvSpPr/>
            <p:nvPr/>
          </p:nvSpPr>
          <p:spPr>
            <a:xfrm rot="10800000" flipH="1">
              <a:off x="-3066849" y="6509634"/>
              <a:ext cx="115" cy="557550"/>
            </a:xfrm>
            <a:custGeom>
              <a:avLst/>
              <a:gdLst/>
              <a:ahLst/>
              <a:cxnLst/>
              <a:rect l="l" t="t" r="r" b="b"/>
              <a:pathLst>
                <a:path w="1" h="4828" fill="none" extrusionOk="0">
                  <a:moveTo>
                    <a:pt x="1" y="1"/>
                  </a:moveTo>
                  <a:lnTo>
                    <a:pt x="1" y="4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25"/>
            <p:cNvSpPr/>
            <p:nvPr/>
          </p:nvSpPr>
          <p:spPr>
            <a:xfrm rot="10800000" flipH="1">
              <a:off x="-3043291" y="10468067"/>
              <a:ext cx="425784" cy="5061252"/>
            </a:xfrm>
            <a:custGeom>
              <a:avLst/>
              <a:gdLst/>
              <a:ahLst/>
              <a:cxnLst/>
              <a:rect l="l" t="t" r="r" b="b"/>
              <a:pathLst>
                <a:path w="3687" h="43827" fill="none" extrusionOk="0">
                  <a:moveTo>
                    <a:pt x="3687" y="0"/>
                  </a:moveTo>
                  <a:lnTo>
                    <a:pt x="0" y="3686"/>
                  </a:lnTo>
                  <a:lnTo>
                    <a:pt x="0" y="21099"/>
                  </a:lnTo>
                  <a:lnTo>
                    <a:pt x="3116" y="24235"/>
                  </a:lnTo>
                  <a:lnTo>
                    <a:pt x="3116" y="30528"/>
                  </a:lnTo>
                  <a:lnTo>
                    <a:pt x="448" y="33196"/>
                  </a:lnTo>
                  <a:lnTo>
                    <a:pt x="448" y="4382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25"/>
            <p:cNvSpPr/>
            <p:nvPr/>
          </p:nvSpPr>
          <p:spPr>
            <a:xfrm rot="10800000" flipH="1">
              <a:off x="-1354675" y="14357979"/>
              <a:ext cx="1771155" cy="1171339"/>
            </a:xfrm>
            <a:custGeom>
              <a:avLst/>
              <a:gdLst/>
              <a:ahLst/>
              <a:cxnLst/>
              <a:rect l="l" t="t" r="r" b="b"/>
              <a:pathLst>
                <a:path w="15337" h="10143" fill="none" extrusionOk="0">
                  <a:moveTo>
                    <a:pt x="1" y="0"/>
                  </a:moveTo>
                  <a:lnTo>
                    <a:pt x="4461" y="0"/>
                  </a:lnTo>
                  <a:lnTo>
                    <a:pt x="5724" y="1263"/>
                  </a:lnTo>
                  <a:lnTo>
                    <a:pt x="7353" y="1263"/>
                  </a:lnTo>
                  <a:lnTo>
                    <a:pt x="8554" y="61"/>
                  </a:lnTo>
                  <a:lnTo>
                    <a:pt x="15336" y="61"/>
                  </a:lnTo>
                  <a:lnTo>
                    <a:pt x="15336" y="10142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25"/>
            <p:cNvSpPr/>
            <p:nvPr/>
          </p:nvSpPr>
          <p:spPr>
            <a:xfrm rot="10800000" flipH="1">
              <a:off x="197669" y="970358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25"/>
            <p:cNvSpPr/>
            <p:nvPr/>
          </p:nvSpPr>
          <p:spPr>
            <a:xfrm rot="10800000" flipH="1">
              <a:off x="197669" y="949190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25"/>
            <p:cNvSpPr/>
            <p:nvPr/>
          </p:nvSpPr>
          <p:spPr>
            <a:xfrm rot="10800000" flipH="1">
              <a:off x="197669" y="9277912"/>
              <a:ext cx="244707" cy="333975"/>
            </a:xfrm>
            <a:custGeom>
              <a:avLst/>
              <a:gdLst/>
              <a:ahLst/>
              <a:cxnLst/>
              <a:rect l="l" t="t" r="r" b="b"/>
              <a:pathLst>
                <a:path w="2119" h="2892" extrusionOk="0">
                  <a:moveTo>
                    <a:pt x="2118" y="0"/>
                  </a:moveTo>
                  <a:lnTo>
                    <a:pt x="0" y="2037"/>
                  </a:lnTo>
                  <a:lnTo>
                    <a:pt x="0" y="2892"/>
                  </a:lnTo>
                  <a:lnTo>
                    <a:pt x="2118" y="835"/>
                  </a:lnTo>
                  <a:lnTo>
                    <a:pt x="2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25"/>
            <p:cNvSpPr/>
            <p:nvPr/>
          </p:nvSpPr>
          <p:spPr>
            <a:xfrm rot="10800000" flipH="1">
              <a:off x="197669" y="9066228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37"/>
                  </a:lnTo>
                  <a:lnTo>
                    <a:pt x="0" y="2893"/>
                  </a:lnTo>
                  <a:lnTo>
                    <a:pt x="2118" y="83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25"/>
            <p:cNvSpPr/>
            <p:nvPr/>
          </p:nvSpPr>
          <p:spPr>
            <a:xfrm rot="10800000" flipH="1">
              <a:off x="197669" y="8854545"/>
              <a:ext cx="244707" cy="334091"/>
            </a:xfrm>
            <a:custGeom>
              <a:avLst/>
              <a:gdLst/>
              <a:ahLst/>
              <a:cxnLst/>
              <a:rect l="l" t="t" r="r" b="b"/>
              <a:pathLst>
                <a:path w="2119" h="2893" extrusionOk="0">
                  <a:moveTo>
                    <a:pt x="2118" y="1"/>
                  </a:moveTo>
                  <a:lnTo>
                    <a:pt x="0" y="2058"/>
                  </a:lnTo>
                  <a:lnTo>
                    <a:pt x="0" y="2893"/>
                  </a:lnTo>
                  <a:lnTo>
                    <a:pt x="2118" y="856"/>
                  </a:lnTo>
                  <a:lnTo>
                    <a:pt x="21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25"/>
            <p:cNvSpPr/>
            <p:nvPr/>
          </p:nvSpPr>
          <p:spPr>
            <a:xfrm rot="10800000" flipH="1">
              <a:off x="-2667042" y="4708190"/>
              <a:ext cx="169528" cy="6876983"/>
            </a:xfrm>
            <a:custGeom>
              <a:avLst/>
              <a:gdLst/>
              <a:ahLst/>
              <a:cxnLst/>
              <a:rect l="l" t="t" r="r" b="b"/>
              <a:pathLst>
                <a:path w="1468" h="59550" fill="none" extrusionOk="0">
                  <a:moveTo>
                    <a:pt x="1467" y="59549"/>
                  </a:moveTo>
                  <a:lnTo>
                    <a:pt x="1467" y="12749"/>
                  </a:lnTo>
                  <a:lnTo>
                    <a:pt x="1" y="11303"/>
                  </a:lnTo>
                  <a:lnTo>
                    <a:pt x="1" y="0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25"/>
            <p:cNvSpPr/>
            <p:nvPr/>
          </p:nvSpPr>
          <p:spPr>
            <a:xfrm rot="10800000" flipH="1">
              <a:off x="-2617614" y="13271394"/>
              <a:ext cx="115" cy="1655904"/>
            </a:xfrm>
            <a:custGeom>
              <a:avLst/>
              <a:gdLst/>
              <a:ahLst/>
              <a:cxnLst/>
              <a:rect l="l" t="t" r="r" b="b"/>
              <a:pathLst>
                <a:path w="1" h="14339" fill="none" extrusionOk="0">
                  <a:moveTo>
                    <a:pt x="1" y="1"/>
                  </a:moveTo>
                  <a:lnTo>
                    <a:pt x="1" y="14338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25"/>
            <p:cNvSpPr/>
            <p:nvPr/>
          </p:nvSpPr>
          <p:spPr>
            <a:xfrm rot="-5400000">
              <a:off x="-740256" y="5261506"/>
              <a:ext cx="2315739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25"/>
            <p:cNvSpPr/>
            <p:nvPr/>
          </p:nvSpPr>
          <p:spPr>
            <a:xfrm rot="-5400000">
              <a:off x="62588" y="7086982"/>
              <a:ext cx="707751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25"/>
            <p:cNvSpPr/>
            <p:nvPr/>
          </p:nvSpPr>
          <p:spPr>
            <a:xfrm rot="-5400000">
              <a:off x="-552634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25"/>
            <p:cNvSpPr/>
            <p:nvPr/>
          </p:nvSpPr>
          <p:spPr>
            <a:xfrm rot="-5400000">
              <a:off x="157865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25"/>
            <p:cNvSpPr/>
            <p:nvPr/>
          </p:nvSpPr>
          <p:spPr>
            <a:xfrm rot="-5400000">
              <a:off x="-78968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25"/>
            <p:cNvSpPr/>
            <p:nvPr/>
          </p:nvSpPr>
          <p:spPr>
            <a:xfrm rot="-5400000">
              <a:off x="-315801" y="34521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25"/>
            <p:cNvSpPr/>
            <p:nvPr/>
          </p:nvSpPr>
          <p:spPr>
            <a:xfrm rot="-5400000">
              <a:off x="-3391983" y="8655203"/>
              <a:ext cx="711592" cy="268151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25"/>
            <p:cNvSpPr/>
            <p:nvPr/>
          </p:nvSpPr>
          <p:spPr>
            <a:xfrm rot="-5400000">
              <a:off x="357699" y="11552145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25"/>
            <p:cNvSpPr/>
            <p:nvPr/>
          </p:nvSpPr>
          <p:spPr>
            <a:xfrm rot="-5400000">
              <a:off x="357699" y="1273774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25"/>
            <p:cNvSpPr/>
            <p:nvPr/>
          </p:nvSpPr>
          <p:spPr>
            <a:xfrm rot="-5400000">
              <a:off x="357699" y="12500629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25"/>
            <p:cNvSpPr/>
            <p:nvPr/>
          </p:nvSpPr>
          <p:spPr>
            <a:xfrm rot="-5400000">
              <a:off x="357699" y="12263508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25"/>
            <p:cNvSpPr/>
            <p:nvPr/>
          </p:nvSpPr>
          <p:spPr>
            <a:xfrm rot="-5400000">
              <a:off x="357699" y="1202638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25"/>
            <p:cNvSpPr/>
            <p:nvPr/>
          </p:nvSpPr>
          <p:spPr>
            <a:xfrm rot="-5400000">
              <a:off x="357699" y="11789266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25"/>
            <p:cNvSpPr/>
            <p:nvPr/>
          </p:nvSpPr>
          <p:spPr>
            <a:xfrm rot="-5400000">
              <a:off x="357699" y="14299332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25"/>
            <p:cNvSpPr/>
            <p:nvPr/>
          </p:nvSpPr>
          <p:spPr>
            <a:xfrm rot="-5400000">
              <a:off x="-1413456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25"/>
            <p:cNvSpPr/>
            <p:nvPr/>
          </p:nvSpPr>
          <p:spPr>
            <a:xfrm rot="-5400000">
              <a:off x="-1128633" y="15470577"/>
              <a:ext cx="117523" cy="117523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44" name="Google Shape;1644;p25"/>
          <p:cNvGrpSpPr/>
          <p:nvPr/>
        </p:nvGrpSpPr>
        <p:grpSpPr>
          <a:xfrm flipH="1">
            <a:off x="-3056332" y="-1665102"/>
            <a:ext cx="3769563" cy="11358057"/>
            <a:chOff x="-2722250" y="-1079764"/>
            <a:chExt cx="3769563" cy="11358057"/>
          </a:xfrm>
        </p:grpSpPr>
        <p:sp>
          <p:nvSpPr>
            <p:cNvPr id="1645" name="Google Shape;1645;p2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dist="190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2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2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25"/>
            <p:cNvSpPr/>
            <p:nvPr/>
          </p:nvSpPr>
          <p:spPr>
            <a:xfrm rot="-5400000">
              <a:off x="-6425973" y="2892399"/>
              <a:ext cx="11223689" cy="3548098"/>
            </a:xfrm>
            <a:custGeom>
              <a:avLst/>
              <a:gdLst/>
              <a:ahLst/>
              <a:cxnLst/>
              <a:rect l="l" t="t" r="r" b="b"/>
              <a:pathLst>
                <a:path w="68226" h="21568" fill="none" extrusionOk="0">
                  <a:moveTo>
                    <a:pt x="53094" y="1"/>
                  </a:moveTo>
                  <a:lnTo>
                    <a:pt x="49672" y="1"/>
                  </a:lnTo>
                  <a:lnTo>
                    <a:pt x="47554" y="2119"/>
                  </a:lnTo>
                  <a:lnTo>
                    <a:pt x="41811" y="2119"/>
                  </a:lnTo>
                  <a:lnTo>
                    <a:pt x="39713" y="1"/>
                  </a:lnTo>
                  <a:lnTo>
                    <a:pt x="0" y="1"/>
                  </a:lnTo>
                  <a:lnTo>
                    <a:pt x="0" y="13625"/>
                  </a:lnTo>
                  <a:lnTo>
                    <a:pt x="7556" y="21283"/>
                  </a:lnTo>
                  <a:lnTo>
                    <a:pt x="46230" y="21283"/>
                  </a:lnTo>
                  <a:lnTo>
                    <a:pt x="49448" y="18045"/>
                  </a:lnTo>
                  <a:lnTo>
                    <a:pt x="55538" y="18045"/>
                  </a:lnTo>
                  <a:lnTo>
                    <a:pt x="59061" y="21568"/>
                  </a:lnTo>
                  <a:lnTo>
                    <a:pt x="65598" y="21568"/>
                  </a:lnTo>
                  <a:lnTo>
                    <a:pt x="68022" y="19124"/>
                  </a:lnTo>
                  <a:lnTo>
                    <a:pt x="68022" y="16904"/>
                  </a:lnTo>
                  <a:lnTo>
                    <a:pt x="66698" y="15560"/>
                  </a:lnTo>
                  <a:lnTo>
                    <a:pt x="66698" y="12729"/>
                  </a:lnTo>
                  <a:lnTo>
                    <a:pt x="68225" y="11181"/>
                  </a:lnTo>
                  <a:lnTo>
                    <a:pt x="68225" y="9267"/>
                  </a:lnTo>
                </a:path>
              </a:pathLst>
            </a:custGeom>
            <a:noFill/>
            <a:ln w="2857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128588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25"/>
            <p:cNvSpPr/>
            <p:nvPr/>
          </p:nvSpPr>
          <p:spPr>
            <a:xfrm rot="-5400000">
              <a:off x="779166" y="3484700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25"/>
            <p:cNvSpPr/>
            <p:nvPr/>
          </p:nvSpPr>
          <p:spPr>
            <a:xfrm rot="-5400000">
              <a:off x="-363339" y="5689141"/>
              <a:ext cx="2553156" cy="268147"/>
            </a:xfrm>
            <a:custGeom>
              <a:avLst/>
              <a:gdLst/>
              <a:ahLst/>
              <a:cxnLst/>
              <a:rect l="l" t="t" r="r" b="b"/>
              <a:pathLst>
                <a:path w="15520" h="1630" extrusionOk="0">
                  <a:moveTo>
                    <a:pt x="0" y="0"/>
                  </a:moveTo>
                  <a:lnTo>
                    <a:pt x="0" y="1629"/>
                  </a:lnTo>
                  <a:lnTo>
                    <a:pt x="15519" y="1629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2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2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2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2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25"/>
            <p:cNvSpPr/>
            <p:nvPr/>
          </p:nvSpPr>
          <p:spPr>
            <a:xfrm rot="-5400000">
              <a:off x="-3866449" y="8223650"/>
              <a:ext cx="2556549" cy="268151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25"/>
            <p:cNvSpPr/>
            <p:nvPr/>
          </p:nvSpPr>
          <p:spPr>
            <a:xfrm rot="-5400000">
              <a:off x="-2722238" y="1390659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25"/>
            <p:cNvSpPr/>
            <p:nvPr/>
          </p:nvSpPr>
          <p:spPr>
            <a:xfrm rot="-5400000">
              <a:off x="-1331823" y="-1079764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25"/>
            <p:cNvSpPr/>
            <p:nvPr/>
          </p:nvSpPr>
          <p:spPr>
            <a:xfrm rot="-5400000">
              <a:off x="-413699" y="-829583"/>
              <a:ext cx="268147" cy="268147"/>
            </a:xfrm>
            <a:custGeom>
              <a:avLst/>
              <a:gdLst/>
              <a:ahLst/>
              <a:cxnLst/>
              <a:rect l="l" t="t" r="r" b="b"/>
              <a:pathLst>
                <a:path w="1630" h="1630" extrusionOk="0">
                  <a:moveTo>
                    <a:pt x="1" y="0"/>
                  </a:moveTo>
                  <a:lnTo>
                    <a:pt x="1" y="1629"/>
                  </a:lnTo>
                  <a:lnTo>
                    <a:pt x="1630" y="1629"/>
                  </a:lnTo>
                  <a:lnTo>
                    <a:pt x="16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457200" dist="19050" algn="bl" rotWithShape="0">
                <a:schemeClr val="accent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70155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97400"/>
            <a:ext cx="7717500" cy="32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59" r:id="rId3"/>
    <p:sldLayoutId id="2147483663" r:id="rId4"/>
    <p:sldLayoutId id="2147483664" r:id="rId5"/>
    <p:sldLayoutId id="2147483670" r:id="rId6"/>
    <p:sldLayoutId id="2147483681" r:id="rId7"/>
    <p:sldLayoutId id="2147483682" r:id="rId8"/>
    <p:sldLayoutId id="2147483687" r:id="rId9"/>
    <p:sldLayoutId id="2147483688" r:id="rId10"/>
    <p:sldLayoutId id="2147483689" r:id="rId11"/>
    <p:sldLayoutId id="214748369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Google Shape;2638;p40"/>
          <p:cNvSpPr txBox="1">
            <a:spLocks noGrp="1"/>
          </p:cNvSpPr>
          <p:nvPr>
            <p:ph type="ctrTitle"/>
          </p:nvPr>
        </p:nvSpPr>
        <p:spPr>
          <a:xfrm>
            <a:off x="1282800" y="1285125"/>
            <a:ext cx="6578400" cy="22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FINAL DESIGN PROJECT 2026</a:t>
            </a:r>
            <a:br>
              <a:rPr lang="en" sz="2800" dirty="0"/>
            </a:br>
            <a:r>
              <a:rPr lang="en" dirty="0">
                <a:solidFill>
                  <a:schemeClr val="lt2"/>
                </a:solidFill>
              </a:rPr>
              <a:t>Vitality Watchdog System</a:t>
            </a:r>
            <a:endParaRPr dirty="0"/>
          </a:p>
        </p:txBody>
      </p:sp>
      <p:sp>
        <p:nvSpPr>
          <p:cNvPr id="2639" name="Google Shape;2639;p40"/>
          <p:cNvSpPr txBox="1">
            <a:spLocks noGrp="1"/>
          </p:cNvSpPr>
          <p:nvPr>
            <p:ph type="subTitle" idx="1"/>
          </p:nvPr>
        </p:nvSpPr>
        <p:spPr>
          <a:xfrm>
            <a:off x="2211600" y="3865700"/>
            <a:ext cx="4720800" cy="37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Presented by Orien S. Harichand (222012115)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Supervisor: Prof T. quazi</a:t>
            </a:r>
            <a:endParaRPr dirty="0"/>
          </a:p>
        </p:txBody>
      </p:sp>
      <p:cxnSp>
        <p:nvCxnSpPr>
          <p:cNvPr id="2640" name="Google Shape;2640;p40"/>
          <p:cNvCxnSpPr/>
          <p:nvPr/>
        </p:nvCxnSpPr>
        <p:spPr>
          <a:xfrm>
            <a:off x="2500475" y="3663720"/>
            <a:ext cx="41772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28588" algn="bl" rotWithShape="0">
              <a:schemeClr val="accent1"/>
            </a:outerShdw>
          </a:effectLst>
        </p:spPr>
      </p:cxnSp>
      <p:grpSp>
        <p:nvGrpSpPr>
          <p:cNvPr id="2641" name="Google Shape;2641;p40"/>
          <p:cNvGrpSpPr/>
          <p:nvPr/>
        </p:nvGrpSpPr>
        <p:grpSpPr>
          <a:xfrm>
            <a:off x="2365175" y="3596070"/>
            <a:ext cx="4447650" cy="135300"/>
            <a:chOff x="2365175" y="3596070"/>
            <a:chExt cx="4447650" cy="135300"/>
          </a:xfrm>
        </p:grpSpPr>
        <p:sp>
          <p:nvSpPr>
            <p:cNvPr id="2642" name="Google Shape;2642;p40"/>
            <p:cNvSpPr/>
            <p:nvPr/>
          </p:nvSpPr>
          <p:spPr>
            <a:xfrm>
              <a:off x="2365175" y="3596070"/>
              <a:ext cx="135300" cy="1353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40"/>
            <p:cNvSpPr/>
            <p:nvPr/>
          </p:nvSpPr>
          <p:spPr>
            <a:xfrm>
              <a:off x="6677525" y="3596070"/>
              <a:ext cx="135300" cy="1353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285750" algn="bl" rotWithShape="0">
                <a:schemeClr val="accent1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644" name="Google Shape;2644;p40"/>
            <p:cNvCxnSpPr>
              <a:stCxn id="2642" idx="6"/>
              <a:endCxn id="2643" idx="2"/>
            </p:cNvCxnSpPr>
            <p:nvPr/>
          </p:nvCxnSpPr>
          <p:spPr>
            <a:xfrm>
              <a:off x="2500475" y="3663720"/>
              <a:ext cx="4177200" cy="0"/>
            </a:xfrm>
            <a:prstGeom prst="straightConnector1">
              <a:avLst/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128588" algn="bl" rotWithShape="0">
                <a:schemeClr val="accent1"/>
              </a:outerShdw>
            </a:effectLst>
          </p:spPr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6" name="Google Shape;2666;p43"/>
          <p:cNvGrpSpPr/>
          <p:nvPr/>
        </p:nvGrpSpPr>
        <p:grpSpPr>
          <a:xfrm>
            <a:off x="770313" y="3523167"/>
            <a:ext cx="752688" cy="744034"/>
            <a:chOff x="851175" y="1582401"/>
            <a:chExt cx="964872" cy="964872"/>
          </a:xfrm>
        </p:grpSpPr>
        <p:sp>
          <p:nvSpPr>
            <p:cNvPr id="2667" name="Google Shape;2667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2668" name="Google Shape;2668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grpSp>
        <p:nvGrpSpPr>
          <p:cNvPr id="2669" name="Google Shape;2669;p43"/>
          <p:cNvGrpSpPr/>
          <p:nvPr/>
        </p:nvGrpSpPr>
        <p:grpSpPr>
          <a:xfrm>
            <a:off x="4932297" y="3523167"/>
            <a:ext cx="752688" cy="744034"/>
            <a:chOff x="851175" y="1582401"/>
            <a:chExt cx="964872" cy="964872"/>
          </a:xfrm>
        </p:grpSpPr>
        <p:sp>
          <p:nvSpPr>
            <p:cNvPr id="2670" name="Google Shape;2670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2671" name="Google Shape;2671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grpSp>
        <p:nvGrpSpPr>
          <p:cNvPr id="2672" name="Google Shape;2672;p43"/>
          <p:cNvGrpSpPr/>
          <p:nvPr/>
        </p:nvGrpSpPr>
        <p:grpSpPr>
          <a:xfrm>
            <a:off x="4932297" y="2192855"/>
            <a:ext cx="752688" cy="744034"/>
            <a:chOff x="851175" y="1582401"/>
            <a:chExt cx="964872" cy="964872"/>
          </a:xfrm>
        </p:grpSpPr>
        <p:sp>
          <p:nvSpPr>
            <p:cNvPr id="2673" name="Google Shape;2673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2674" name="Google Shape;2674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grpSp>
        <p:nvGrpSpPr>
          <p:cNvPr id="2675" name="Google Shape;2675;p43"/>
          <p:cNvGrpSpPr/>
          <p:nvPr/>
        </p:nvGrpSpPr>
        <p:grpSpPr>
          <a:xfrm>
            <a:off x="770313" y="2192867"/>
            <a:ext cx="752688" cy="744034"/>
            <a:chOff x="851175" y="1582401"/>
            <a:chExt cx="964872" cy="964872"/>
          </a:xfrm>
        </p:grpSpPr>
        <p:sp>
          <p:nvSpPr>
            <p:cNvPr id="2676" name="Google Shape;2676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2677" name="Google Shape;2677;p43"/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sp>
        <p:nvSpPr>
          <p:cNvPr id="2678" name="Google Shape;2678;p43"/>
          <p:cNvSpPr txBox="1">
            <a:spLocks noGrp="1"/>
          </p:cNvSpPr>
          <p:nvPr>
            <p:ph type="title"/>
          </p:nvPr>
        </p:nvSpPr>
        <p:spPr>
          <a:xfrm>
            <a:off x="787665" y="103281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2679" name="Google Shape;2679;p43"/>
          <p:cNvSpPr txBox="1">
            <a:spLocks noGrp="1"/>
          </p:cNvSpPr>
          <p:nvPr>
            <p:ph type="subTitle" idx="1"/>
          </p:nvPr>
        </p:nvSpPr>
        <p:spPr>
          <a:xfrm>
            <a:off x="5916166" y="2553652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1200" dirty="0"/>
              <a:t>What has been done and what is outstanding to meet the criteria of  GA1, GA2 and GA3</a:t>
            </a:r>
            <a:endParaRPr sz="1200" dirty="0"/>
          </a:p>
        </p:txBody>
      </p:sp>
      <p:sp>
        <p:nvSpPr>
          <p:cNvPr id="2680" name="Google Shape;2680;p43"/>
          <p:cNvSpPr txBox="1">
            <a:spLocks noGrp="1"/>
          </p:cNvSpPr>
          <p:nvPr>
            <p:ph type="subTitle" idx="2"/>
          </p:nvPr>
        </p:nvSpPr>
        <p:spPr>
          <a:xfrm>
            <a:off x="5916166" y="2192855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GA fulfillment</a:t>
            </a:r>
            <a:endParaRPr sz="1800" dirty="0"/>
          </a:p>
        </p:txBody>
      </p:sp>
      <p:sp>
        <p:nvSpPr>
          <p:cNvPr id="2681" name="Google Shape;2681;p43"/>
          <p:cNvSpPr txBox="1">
            <a:spLocks noGrp="1"/>
          </p:cNvSpPr>
          <p:nvPr>
            <p:ph type="title" idx="3"/>
          </p:nvPr>
        </p:nvSpPr>
        <p:spPr>
          <a:xfrm>
            <a:off x="766076" y="3641630"/>
            <a:ext cx="760695" cy="5224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05</a:t>
            </a:r>
            <a:endParaRPr sz="3600" dirty="0"/>
          </a:p>
        </p:txBody>
      </p:sp>
      <p:sp>
        <p:nvSpPr>
          <p:cNvPr id="2682" name="Google Shape;2682;p43"/>
          <p:cNvSpPr txBox="1">
            <a:spLocks noGrp="1"/>
          </p:cNvSpPr>
          <p:nvPr>
            <p:ph type="title" idx="4"/>
          </p:nvPr>
        </p:nvSpPr>
        <p:spPr>
          <a:xfrm>
            <a:off x="4928060" y="3641630"/>
            <a:ext cx="760695" cy="5224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06</a:t>
            </a:r>
            <a:endParaRPr sz="3600" dirty="0"/>
          </a:p>
        </p:txBody>
      </p:sp>
      <p:sp>
        <p:nvSpPr>
          <p:cNvPr id="2683" name="Google Shape;2683;p43"/>
          <p:cNvSpPr txBox="1">
            <a:spLocks noGrp="1"/>
          </p:cNvSpPr>
          <p:nvPr>
            <p:ph type="title" idx="5"/>
          </p:nvPr>
        </p:nvSpPr>
        <p:spPr>
          <a:xfrm>
            <a:off x="766076" y="2311318"/>
            <a:ext cx="760695" cy="5224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03</a:t>
            </a:r>
            <a:endParaRPr sz="3600" dirty="0"/>
          </a:p>
        </p:txBody>
      </p:sp>
      <p:sp>
        <p:nvSpPr>
          <p:cNvPr id="2684" name="Google Shape;2684;p43"/>
          <p:cNvSpPr txBox="1">
            <a:spLocks noGrp="1"/>
          </p:cNvSpPr>
          <p:nvPr>
            <p:ph type="title" idx="6"/>
          </p:nvPr>
        </p:nvSpPr>
        <p:spPr>
          <a:xfrm>
            <a:off x="4928060" y="2311318"/>
            <a:ext cx="760695" cy="5224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04</a:t>
            </a:r>
            <a:endParaRPr sz="3600" dirty="0"/>
          </a:p>
        </p:txBody>
      </p:sp>
      <p:sp>
        <p:nvSpPr>
          <p:cNvPr id="2685" name="Google Shape;2685;p43"/>
          <p:cNvSpPr txBox="1">
            <a:spLocks noGrp="1"/>
          </p:cNvSpPr>
          <p:nvPr>
            <p:ph type="subTitle" idx="7"/>
          </p:nvPr>
        </p:nvSpPr>
        <p:spPr>
          <a:xfrm>
            <a:off x="5903216" y="1216422"/>
            <a:ext cx="2708629" cy="684515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Specifications and target metrics the project must meet and their contribution to project success</a:t>
            </a:r>
            <a:endParaRPr sz="1200" dirty="0"/>
          </a:p>
        </p:txBody>
      </p:sp>
      <p:sp>
        <p:nvSpPr>
          <p:cNvPr id="2687" name="Google Shape;2687;p43"/>
          <p:cNvSpPr txBox="1">
            <a:spLocks noGrp="1"/>
          </p:cNvSpPr>
          <p:nvPr>
            <p:ph type="subTitle" idx="9"/>
          </p:nvPr>
        </p:nvSpPr>
        <p:spPr>
          <a:xfrm>
            <a:off x="1676061" y="3883964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1200" dirty="0"/>
              <a:t>Expected timetable and p</a:t>
            </a:r>
            <a:r>
              <a:rPr lang="en" sz="1200" dirty="0"/>
              <a:t>ropose plan to finish the project</a:t>
            </a:r>
            <a:endParaRPr sz="1200" dirty="0"/>
          </a:p>
        </p:txBody>
      </p:sp>
      <p:sp>
        <p:nvSpPr>
          <p:cNvPr id="2688" name="Google Shape;2688;p43"/>
          <p:cNvSpPr txBox="1">
            <a:spLocks noGrp="1"/>
          </p:cNvSpPr>
          <p:nvPr>
            <p:ph type="subTitle" idx="13"/>
          </p:nvPr>
        </p:nvSpPr>
        <p:spPr>
          <a:xfrm>
            <a:off x="1676061" y="3523167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Work plan</a:t>
            </a:r>
            <a:endParaRPr sz="1800" dirty="0"/>
          </a:p>
        </p:txBody>
      </p:sp>
      <p:sp>
        <p:nvSpPr>
          <p:cNvPr id="2689" name="Google Shape;2689;p43"/>
          <p:cNvSpPr txBox="1">
            <a:spLocks noGrp="1"/>
          </p:cNvSpPr>
          <p:nvPr>
            <p:ph type="subTitle" idx="14"/>
          </p:nvPr>
        </p:nvSpPr>
        <p:spPr>
          <a:xfrm>
            <a:off x="1676061" y="2553652"/>
            <a:ext cx="2409600" cy="4671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Work completed thus far and outstanding work to do</a:t>
            </a:r>
            <a:endParaRPr sz="1200" dirty="0"/>
          </a:p>
        </p:txBody>
      </p:sp>
      <p:sp>
        <p:nvSpPr>
          <p:cNvPr id="2690" name="Google Shape;2690;p43"/>
          <p:cNvSpPr txBox="1">
            <a:spLocks noGrp="1"/>
          </p:cNvSpPr>
          <p:nvPr>
            <p:ph type="subTitle" idx="15"/>
          </p:nvPr>
        </p:nvSpPr>
        <p:spPr>
          <a:xfrm>
            <a:off x="1676061" y="2192855"/>
            <a:ext cx="2409600" cy="3006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Project work</a:t>
            </a:r>
            <a:endParaRPr sz="1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C41BAE-5187-D910-912C-7E60734702B8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5691172" y="855626"/>
            <a:ext cx="2920673" cy="300600"/>
          </a:xfrm>
        </p:spPr>
        <p:txBody>
          <a:bodyPr/>
          <a:lstStyle/>
          <a:p>
            <a:r>
              <a:rPr lang="en-ZA" sz="1800" dirty="0"/>
              <a:t>Project Specifications</a:t>
            </a:r>
          </a:p>
        </p:txBody>
      </p:sp>
      <p:grpSp>
        <p:nvGrpSpPr>
          <p:cNvPr id="2" name="Google Shape;2672;p43">
            <a:extLst>
              <a:ext uri="{FF2B5EF4-FFF2-40B4-BE49-F238E27FC236}">
                <a16:creationId xmlns:a16="http://schemas.microsoft.com/office/drawing/2014/main" id="{598AD94A-46DE-9864-00E9-CEBB44CBE068}"/>
              </a:ext>
            </a:extLst>
          </p:cNvPr>
          <p:cNvGrpSpPr/>
          <p:nvPr/>
        </p:nvGrpSpPr>
        <p:grpSpPr>
          <a:xfrm>
            <a:off x="4932297" y="954274"/>
            <a:ext cx="752688" cy="744034"/>
            <a:chOff x="851175" y="1582401"/>
            <a:chExt cx="964872" cy="964872"/>
          </a:xfrm>
        </p:grpSpPr>
        <p:sp>
          <p:nvSpPr>
            <p:cNvPr id="4" name="Google Shape;2673;p43">
              <a:extLst>
                <a:ext uri="{FF2B5EF4-FFF2-40B4-BE49-F238E27FC236}">
                  <a16:creationId xmlns:a16="http://schemas.microsoft.com/office/drawing/2014/main" id="{79856671-E3A0-C80E-8960-DB36E4B8C0F1}"/>
                </a:ext>
              </a:extLst>
            </p:cNvPr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5" name="Google Shape;2674;p43">
              <a:extLst>
                <a:ext uri="{FF2B5EF4-FFF2-40B4-BE49-F238E27FC236}">
                  <a16:creationId xmlns:a16="http://schemas.microsoft.com/office/drawing/2014/main" id="{366EFB20-5F30-18C2-E3EB-1936B89870FA}"/>
                </a:ext>
              </a:extLst>
            </p:cNvPr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grpSp>
        <p:nvGrpSpPr>
          <p:cNvPr id="6" name="Google Shape;2675;p43">
            <a:extLst>
              <a:ext uri="{FF2B5EF4-FFF2-40B4-BE49-F238E27FC236}">
                <a16:creationId xmlns:a16="http://schemas.microsoft.com/office/drawing/2014/main" id="{B584E3DD-2129-CDD3-62A6-40BD7867613C}"/>
              </a:ext>
            </a:extLst>
          </p:cNvPr>
          <p:cNvGrpSpPr/>
          <p:nvPr/>
        </p:nvGrpSpPr>
        <p:grpSpPr>
          <a:xfrm>
            <a:off x="770313" y="954286"/>
            <a:ext cx="752688" cy="744034"/>
            <a:chOff x="851175" y="1582401"/>
            <a:chExt cx="964872" cy="964872"/>
          </a:xfrm>
        </p:grpSpPr>
        <p:sp>
          <p:nvSpPr>
            <p:cNvPr id="7" name="Google Shape;2676;p43">
              <a:extLst>
                <a:ext uri="{FF2B5EF4-FFF2-40B4-BE49-F238E27FC236}">
                  <a16:creationId xmlns:a16="http://schemas.microsoft.com/office/drawing/2014/main" id="{49EFCF4A-3288-43D1-F2D8-77F3A793BFF2}"/>
                </a:ext>
              </a:extLst>
            </p:cNvPr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sp>
          <p:nvSpPr>
            <p:cNvPr id="8" name="Google Shape;2677;p43">
              <a:extLst>
                <a:ext uri="{FF2B5EF4-FFF2-40B4-BE49-F238E27FC236}">
                  <a16:creationId xmlns:a16="http://schemas.microsoft.com/office/drawing/2014/main" id="{70AD36CE-63F3-0469-5C34-81478EE349F3}"/>
                </a:ext>
              </a:extLst>
            </p:cNvPr>
            <p:cNvSpPr/>
            <p:nvPr/>
          </p:nvSpPr>
          <p:spPr>
            <a:xfrm>
              <a:off x="851175" y="1582401"/>
              <a:ext cx="964872" cy="964872"/>
            </a:xfrm>
            <a:custGeom>
              <a:avLst/>
              <a:gdLst/>
              <a:ahLst/>
              <a:cxnLst/>
              <a:rect l="l" t="t" r="r" b="b"/>
              <a:pathLst>
                <a:path w="18493" h="18493" extrusionOk="0">
                  <a:moveTo>
                    <a:pt x="3381" y="1"/>
                  </a:moveTo>
                  <a:lnTo>
                    <a:pt x="0" y="3382"/>
                  </a:lnTo>
                  <a:lnTo>
                    <a:pt x="0" y="15845"/>
                  </a:lnTo>
                  <a:lnTo>
                    <a:pt x="469" y="15845"/>
                  </a:lnTo>
                  <a:lnTo>
                    <a:pt x="469" y="17291"/>
                  </a:lnTo>
                  <a:lnTo>
                    <a:pt x="0" y="17291"/>
                  </a:lnTo>
                  <a:lnTo>
                    <a:pt x="0" y="18493"/>
                  </a:lnTo>
                  <a:lnTo>
                    <a:pt x="15967" y="18493"/>
                  </a:lnTo>
                  <a:lnTo>
                    <a:pt x="18492" y="15988"/>
                  </a:lnTo>
                  <a:lnTo>
                    <a:pt x="18492" y="12383"/>
                  </a:lnTo>
                  <a:lnTo>
                    <a:pt x="17942" y="12383"/>
                  </a:lnTo>
                  <a:lnTo>
                    <a:pt x="17942" y="10937"/>
                  </a:lnTo>
                  <a:lnTo>
                    <a:pt x="18492" y="10937"/>
                  </a:lnTo>
                  <a:lnTo>
                    <a:pt x="18492" y="9980"/>
                  </a:lnTo>
                  <a:lnTo>
                    <a:pt x="17942" y="9980"/>
                  </a:lnTo>
                  <a:lnTo>
                    <a:pt x="17942" y="8534"/>
                  </a:lnTo>
                  <a:lnTo>
                    <a:pt x="18492" y="8534"/>
                  </a:lnTo>
                  <a:lnTo>
                    <a:pt x="18492" y="7495"/>
                  </a:lnTo>
                  <a:lnTo>
                    <a:pt x="17392" y="7495"/>
                  </a:lnTo>
                  <a:lnTo>
                    <a:pt x="17392" y="3667"/>
                  </a:lnTo>
                  <a:lnTo>
                    <a:pt x="18492" y="3667"/>
                  </a:lnTo>
                  <a:lnTo>
                    <a:pt x="18492" y="1"/>
                  </a:lnTo>
                  <a:lnTo>
                    <a:pt x="10570" y="1"/>
                  </a:lnTo>
                  <a:lnTo>
                    <a:pt x="10570" y="917"/>
                  </a:lnTo>
                  <a:lnTo>
                    <a:pt x="8146" y="917"/>
                  </a:lnTo>
                  <a:lnTo>
                    <a:pt x="81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128588" algn="bl" rotWithShape="0">
                <a:schemeClr val="lt2"/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</p:grpSp>
      <p:sp>
        <p:nvSpPr>
          <p:cNvPr id="9" name="Google Shape;2683;p43">
            <a:extLst>
              <a:ext uri="{FF2B5EF4-FFF2-40B4-BE49-F238E27FC236}">
                <a16:creationId xmlns:a16="http://schemas.microsoft.com/office/drawing/2014/main" id="{4E5C7E95-6ECF-CA15-88E6-46D833FCDA5F}"/>
              </a:ext>
            </a:extLst>
          </p:cNvPr>
          <p:cNvSpPr txBox="1">
            <a:spLocks/>
          </p:cNvSpPr>
          <p:nvPr/>
        </p:nvSpPr>
        <p:spPr>
          <a:xfrm>
            <a:off x="766076" y="1072737"/>
            <a:ext cx="760695" cy="522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r>
              <a:rPr lang="en" sz="3600"/>
              <a:t>01</a:t>
            </a:r>
          </a:p>
        </p:txBody>
      </p:sp>
      <p:sp>
        <p:nvSpPr>
          <p:cNvPr id="10" name="Google Shape;2684;p43">
            <a:extLst>
              <a:ext uri="{FF2B5EF4-FFF2-40B4-BE49-F238E27FC236}">
                <a16:creationId xmlns:a16="http://schemas.microsoft.com/office/drawing/2014/main" id="{FD668A2C-D635-60A1-C56C-865EA17100C1}"/>
              </a:ext>
            </a:extLst>
          </p:cNvPr>
          <p:cNvSpPr txBox="1">
            <a:spLocks/>
          </p:cNvSpPr>
          <p:nvPr/>
        </p:nvSpPr>
        <p:spPr>
          <a:xfrm>
            <a:off x="4928060" y="1072737"/>
            <a:ext cx="760695" cy="522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Play"/>
              <a:buNone/>
              <a:defRPr sz="37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r>
              <a:rPr lang="en" sz="3600"/>
              <a:t>02</a:t>
            </a:r>
          </a:p>
        </p:txBody>
      </p:sp>
      <p:sp>
        <p:nvSpPr>
          <p:cNvPr id="11" name="Google Shape;2685;p43">
            <a:extLst>
              <a:ext uri="{FF2B5EF4-FFF2-40B4-BE49-F238E27FC236}">
                <a16:creationId xmlns:a16="http://schemas.microsoft.com/office/drawing/2014/main" id="{853E3AF8-530A-B797-B5AB-754779A068A8}"/>
              </a:ext>
            </a:extLst>
          </p:cNvPr>
          <p:cNvSpPr txBox="1">
            <a:spLocks/>
          </p:cNvSpPr>
          <p:nvPr/>
        </p:nvSpPr>
        <p:spPr>
          <a:xfrm>
            <a:off x="1713430" y="1312527"/>
            <a:ext cx="2794107" cy="588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/>
            <a:r>
              <a:rPr lang="en-US" sz="1200" dirty="0"/>
              <a:t>An overview of how the system works in operation through conceptual block diagram and system </a:t>
            </a:r>
            <a:r>
              <a:rPr lang="en-US" sz="1200" dirty="0" err="1"/>
              <a:t>architechure</a:t>
            </a:r>
            <a:endParaRPr lang="en-US" sz="1200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5C07536-EFF5-D001-65EC-D580E09C87D6}"/>
              </a:ext>
            </a:extLst>
          </p:cNvPr>
          <p:cNvSpPr txBox="1">
            <a:spLocks/>
          </p:cNvSpPr>
          <p:nvPr/>
        </p:nvSpPr>
        <p:spPr>
          <a:xfrm>
            <a:off x="1523001" y="951730"/>
            <a:ext cx="3321535" cy="3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r>
              <a:rPr lang="en-ZA" sz="1800" dirty="0"/>
              <a:t>System overview</a:t>
            </a:r>
          </a:p>
        </p:txBody>
      </p:sp>
      <p:sp>
        <p:nvSpPr>
          <p:cNvPr id="13" name="Google Shape;2687;p43">
            <a:extLst>
              <a:ext uri="{FF2B5EF4-FFF2-40B4-BE49-F238E27FC236}">
                <a16:creationId xmlns:a16="http://schemas.microsoft.com/office/drawing/2014/main" id="{F7AE643D-1E5B-1380-BCF9-AF8F116DAB7E}"/>
              </a:ext>
            </a:extLst>
          </p:cNvPr>
          <p:cNvSpPr txBox="1">
            <a:spLocks/>
          </p:cNvSpPr>
          <p:nvPr/>
        </p:nvSpPr>
        <p:spPr>
          <a:xfrm>
            <a:off x="5916166" y="3883964"/>
            <a:ext cx="2409600" cy="46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None/>
              <a:defRPr sz="1400" b="0" i="0" u="none" strike="noStrike" cap="none" spc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>
            <a:pPr marL="0" indent="0"/>
            <a:endParaRPr lang="en-US" sz="1200" dirty="0"/>
          </a:p>
        </p:txBody>
      </p:sp>
      <p:sp>
        <p:nvSpPr>
          <p:cNvPr id="14" name="Google Shape;2688;p43">
            <a:extLst>
              <a:ext uri="{FF2B5EF4-FFF2-40B4-BE49-F238E27FC236}">
                <a16:creationId xmlns:a16="http://schemas.microsoft.com/office/drawing/2014/main" id="{FA181059-A1C8-36A1-DDE7-8DB544920D53}"/>
              </a:ext>
            </a:extLst>
          </p:cNvPr>
          <p:cNvSpPr txBox="1">
            <a:spLocks/>
          </p:cNvSpPr>
          <p:nvPr/>
        </p:nvSpPr>
        <p:spPr>
          <a:xfrm>
            <a:off x="5916166" y="3673467"/>
            <a:ext cx="2409600" cy="3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  <a:defRPr sz="20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pPr marL="0" indent="0"/>
            <a:r>
              <a:rPr lang="en-ZA" sz="1800" dirty="0"/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1">
          <a:extLst>
            <a:ext uri="{FF2B5EF4-FFF2-40B4-BE49-F238E27FC236}">
              <a16:creationId xmlns:a16="http://schemas.microsoft.com/office/drawing/2014/main" id="{97B97377-1477-6637-D1DD-CE5D9A263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1" name="Google Shape;2991;p52">
            <a:extLst>
              <a:ext uri="{FF2B5EF4-FFF2-40B4-BE49-F238E27FC236}">
                <a16:creationId xmlns:a16="http://schemas.microsoft.com/office/drawing/2014/main" id="{4A646DD2-01E9-F157-728D-B0D2666130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50" y="167818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Conceptual block diagram</a:t>
            </a:r>
            <a:endParaRPr dirty="0">
              <a:solidFill>
                <a:schemeClr val="tx2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B3BB56-FD21-19D5-7E8A-8C74A75E5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746" y="831322"/>
            <a:ext cx="5589270" cy="394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9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1">
          <a:extLst>
            <a:ext uri="{FF2B5EF4-FFF2-40B4-BE49-F238E27FC236}">
              <a16:creationId xmlns:a16="http://schemas.microsoft.com/office/drawing/2014/main" id="{0CA9845E-832A-89FD-13B7-B5549CE90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1" name="Google Shape;2991;p52">
            <a:extLst>
              <a:ext uri="{FF2B5EF4-FFF2-40B4-BE49-F238E27FC236}">
                <a16:creationId xmlns:a16="http://schemas.microsoft.com/office/drawing/2014/main" id="{81271ABC-227F-A319-3E2E-3E9E20C628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50" y="167818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System architecture</a:t>
            </a:r>
            <a:endParaRPr dirty="0">
              <a:solidFill>
                <a:schemeClr val="tx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EC8519-C253-6BC8-20B8-797073A31DD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246" y="721201"/>
            <a:ext cx="4363508" cy="44222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44100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7" name="Google Shape;3207;p61"/>
          <p:cNvSpPr txBox="1">
            <a:spLocks noGrp="1"/>
          </p:cNvSpPr>
          <p:nvPr>
            <p:ph type="title"/>
          </p:nvPr>
        </p:nvSpPr>
        <p:spPr>
          <a:xfrm>
            <a:off x="2225040" y="323148"/>
            <a:ext cx="5242560" cy="85668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ZA" sz="2800" dirty="0">
                <a:solidFill>
                  <a:schemeClr val="tx2"/>
                </a:solidFill>
              </a:rPr>
              <a:t>P</a:t>
            </a:r>
            <a:r>
              <a:rPr lang="en" sz="2800" dirty="0">
                <a:solidFill>
                  <a:schemeClr val="tx2"/>
                </a:solidFill>
              </a:rPr>
              <a:t>roject Specifications (summary of most important)</a:t>
            </a:r>
            <a:endParaRPr sz="2800" dirty="0">
              <a:solidFill>
                <a:schemeClr val="tx2"/>
              </a:solidFill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0EF3873-2EC6-7D90-CB53-BF5CE705B4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682549"/>
              </p:ext>
            </p:extLst>
          </p:nvPr>
        </p:nvGraphicFramePr>
        <p:xfrm>
          <a:off x="1123950" y="1324610"/>
          <a:ext cx="6896100" cy="3561504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3448050">
                  <a:extLst>
                    <a:ext uri="{9D8B030D-6E8A-4147-A177-3AD203B41FA5}">
                      <a16:colId xmlns:a16="http://schemas.microsoft.com/office/drawing/2014/main" val="2574810282"/>
                    </a:ext>
                  </a:extLst>
                </a:gridCol>
                <a:gridCol w="3448050">
                  <a:extLst>
                    <a:ext uri="{9D8B030D-6E8A-4147-A177-3AD203B41FA5}">
                      <a16:colId xmlns:a16="http://schemas.microsoft.com/office/drawing/2014/main" val="2226784258"/>
                    </a:ext>
                  </a:extLst>
                </a:gridCol>
              </a:tblGrid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4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The system must implement rolling buffers to store data continuously</a:t>
                      </a: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The system must classify stress states accurately [1]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06877421"/>
                  </a:ext>
                </a:extLst>
              </a:tr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The system must successfully identify deviated heart rates sustained for 5 minutes [4]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Successful mobile UI updates of stress state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5836403"/>
                  </a:ext>
                </a:extLst>
              </a:tr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4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Push notifications to user’s mobile device upon detection of moderate, severe or extreme stress</a:t>
                      </a: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Audible and haptic alerts for 5 to 10 seconds upon severe/extreme stress detection [3]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17013023"/>
                  </a:ext>
                </a:extLst>
              </a:tr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Remote notifications are sent out to selected emergency contacts when extreme stress states are detected.</a:t>
                      </a: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The system pairs successfully via Bluetooth to the hardware sensor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1825714"/>
                  </a:ext>
                </a:extLst>
              </a:tr>
              <a:tr h="683472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The system must be ergonomic to use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0070C0"/>
                        </a:buClr>
                        <a:buFont typeface="Arial" panose="020B0604020202020204" pitchFamily="34" charset="0"/>
                        <a:buChar char="•"/>
                      </a:pP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982692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6">
          <a:extLst>
            <a:ext uri="{FF2B5EF4-FFF2-40B4-BE49-F238E27FC236}">
              <a16:creationId xmlns:a16="http://schemas.microsoft.com/office/drawing/2014/main" id="{359E5C01-F50E-10FB-68A9-EE6D935F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7" name="Google Shape;3207;p61">
            <a:extLst>
              <a:ext uri="{FF2B5EF4-FFF2-40B4-BE49-F238E27FC236}">
                <a16:creationId xmlns:a16="http://schemas.microsoft.com/office/drawing/2014/main" id="{5655B017-E804-5FD3-C4E6-9324828B30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55735" y="219076"/>
            <a:ext cx="6832530" cy="7924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chemeClr val="tx2"/>
                </a:solidFill>
              </a:rPr>
              <a:t>Performance metrics of system</a:t>
            </a:r>
            <a:endParaRPr sz="4800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EACC91-557D-81A9-21C0-7C327AFC93C5}"/>
              </a:ext>
            </a:extLst>
          </p:cNvPr>
          <p:cNvSpPr txBox="1"/>
          <p:nvPr/>
        </p:nvSpPr>
        <p:spPr>
          <a:xfrm>
            <a:off x="1428750" y="1249681"/>
            <a:ext cx="314325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 stress state classification accuracy must be between 65 – 70%.  [1]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Alert dispatch (to Haptic cuff) occurs within 60s  from the </a:t>
            </a:r>
            <a:r>
              <a:rPr lang="en-US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moment extreme stress states are determined</a:t>
            </a: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. [5]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Alert dispatch (on the users phone) occurs </a:t>
            </a:r>
            <a:r>
              <a:rPr lang="en-US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within 10s from the moment the “alarm window” lapses for severe heart rates.</a:t>
            </a: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411DE0-8F4D-3A84-0626-F3FA9F9DE10B}"/>
              </a:ext>
            </a:extLst>
          </p:cNvPr>
          <p:cNvSpPr txBox="1"/>
          <p:nvPr/>
        </p:nvSpPr>
        <p:spPr>
          <a:xfrm>
            <a:off x="4724399" y="1249681"/>
            <a:ext cx="314325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False-alert rate of at most 35-40%. [6]</a:t>
            </a:r>
          </a:p>
          <a:p>
            <a:pPr marL="342900" indent="-34290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342900" indent="-34290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The system is considered “comfortable to wear” by majority of users (to be conducted via a survey where more than 50% of candidates agree that system is subjectively comfortable)</a:t>
            </a:r>
          </a:p>
          <a:p>
            <a:pPr marL="342900" indent="-34290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buClr>
                <a:srgbClr val="00B0F0"/>
              </a:buClr>
            </a:pPr>
            <a:endParaRPr lang="en-ZA" dirty="0">
              <a:solidFill>
                <a:schemeClr val="bg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074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7" name="Google Shape;3317;p67"/>
          <p:cNvSpPr txBox="1">
            <a:spLocks noGrp="1"/>
          </p:cNvSpPr>
          <p:nvPr>
            <p:ph type="title"/>
          </p:nvPr>
        </p:nvSpPr>
        <p:spPr>
          <a:xfrm>
            <a:off x="713250" y="19662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The project so far</a:t>
            </a:r>
            <a:endParaRPr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F8D97-A743-E636-17D4-600E95FFC99C}"/>
              </a:ext>
            </a:extLst>
          </p:cNvPr>
          <p:cNvSpPr txBox="1"/>
          <p:nvPr/>
        </p:nvSpPr>
        <p:spPr>
          <a:xfrm>
            <a:off x="1741244" y="1059769"/>
            <a:ext cx="6581774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Android build (debug mode) of the mobile application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Sourced optical heartrate sensor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Scanning for and pairing with nearby compatible optical heart rate sensors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Display of heart rate data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Display of pulse-to-pulse intervals [7]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sz="1600" dirty="0">
                <a:solidFill>
                  <a:schemeClr val="bg1"/>
                </a:solidFill>
              </a:rPr>
              <a:t>Formulated full paper design and system architecture</a:t>
            </a:r>
          </a:p>
          <a:p>
            <a:pPr marL="285750" indent="-285750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796540-A2D9-EC02-64AE-43270099A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8420" y="0"/>
            <a:ext cx="6547160" cy="749017"/>
          </a:xfrm>
        </p:spPr>
        <p:txBody>
          <a:bodyPr/>
          <a:lstStyle/>
          <a:p>
            <a:r>
              <a:rPr lang="en-ZA" dirty="0">
                <a:solidFill>
                  <a:schemeClr val="tx2"/>
                </a:solidFill>
              </a:rPr>
              <a:t>What lies ahead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A537BA-CC6F-2592-07E8-4A3D29F816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9797" y="749017"/>
            <a:ext cx="7668726" cy="3485271"/>
          </a:xfrm>
        </p:spPr>
        <p:txBody>
          <a:bodyPr/>
          <a:lstStyle/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Breath rate signal processing [8], [9]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Stress detection algorithm verification (heart/breath rate deviation) 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HRV computation [2]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Machine learning model implementation [1]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Hardware construction (Haptic cuff)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System integration and testing for hardware/software pipeline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r>
              <a:rPr lang="en-ZA" dirty="0"/>
              <a:t>Performance validation in the real world</a:t>
            </a:r>
          </a:p>
          <a:p>
            <a:pPr marL="482600" indent="-342900" algn="l">
              <a:buClr>
                <a:srgbClr val="00B0F0"/>
              </a:buClr>
              <a:buFont typeface="Arial" panose="020B0604020202020204" pitchFamily="34" charset="0"/>
              <a:buChar char="•"/>
            </a:pPr>
            <a:endParaRPr lang="en-ZA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C144484-A8B7-C981-F1F3-1B70E9E07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500501"/>
              </p:ext>
            </p:extLst>
          </p:nvPr>
        </p:nvGraphicFramePr>
        <p:xfrm>
          <a:off x="846666" y="826558"/>
          <a:ext cx="7717500" cy="3780611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2572500">
                  <a:extLst>
                    <a:ext uri="{9D8B030D-6E8A-4147-A177-3AD203B41FA5}">
                      <a16:colId xmlns:a16="http://schemas.microsoft.com/office/drawing/2014/main" val="1586389935"/>
                    </a:ext>
                  </a:extLst>
                </a:gridCol>
                <a:gridCol w="2572500">
                  <a:extLst>
                    <a:ext uri="{9D8B030D-6E8A-4147-A177-3AD203B41FA5}">
                      <a16:colId xmlns:a16="http://schemas.microsoft.com/office/drawing/2014/main" val="3669686146"/>
                    </a:ext>
                  </a:extLst>
                </a:gridCol>
                <a:gridCol w="2572500">
                  <a:extLst>
                    <a:ext uri="{9D8B030D-6E8A-4147-A177-3AD203B41FA5}">
                      <a16:colId xmlns:a16="http://schemas.microsoft.com/office/drawing/2014/main" val="3453562148"/>
                    </a:ext>
                  </a:extLst>
                </a:gridCol>
              </a:tblGrid>
              <a:tr h="315634">
                <a:tc>
                  <a:txBody>
                    <a:bodyPr/>
                    <a:lstStyle/>
                    <a:p>
                      <a:r>
                        <a:rPr lang="en-ZA" sz="1400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sz="1400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sz="1400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230126"/>
                  </a:ext>
                </a:extLst>
              </a:tr>
              <a:tr h="3464977">
                <a:tc>
                  <a:txBody>
                    <a:bodyPr/>
                    <a:lstStyle/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Identified CEP in phase 2 (problem definition) </a:t>
                      </a: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Conducted literature review on PPG/ECG methods for heart rate and heart rate variability metrics derivation, baseline deviations established targets</a:t>
                      </a: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Conducted feasibility analysis on link latency,  formulated system architecture via block diagrams and mathematical equations</a:t>
                      </a:r>
                    </a:p>
                    <a:p>
                      <a:pPr marL="285750" indent="-2857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Researched biological signals, including heart health metrics, Pulse-to-pulse intervals (PPI), Photoplethysmography (PPG) waveforms, and stress responses</a:t>
                      </a: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US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Modelled baseline deviation and signal processing using mathematical principles</a:t>
                      </a: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ZA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Formulated multi-tiered approach to determine stress states and application of machine learning principles using decision 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Top-down design that broke the complex problem of physiological stress detection into a signal processing, embedded systems and machine learning problem</a:t>
                      </a: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endParaRPr lang="en-US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171450" indent="-171450">
                        <a:buClr>
                          <a:schemeClr val="tx2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Designed and mapped the system interaction logic connecting the mobile application, BLE sensor, and haptic feedback actuator circuit diagram</a:t>
                      </a:r>
                      <a:endParaRPr lang="en-ZA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pPr marL="0" indent="0">
                        <a:buClr>
                          <a:schemeClr val="tx2"/>
                        </a:buClr>
                        <a:buFont typeface="Arial" panose="020B0604020202020204" pitchFamily="34" charset="0"/>
                        <a:buNone/>
                      </a:pPr>
                      <a:endParaRPr lang="en-US" sz="13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482253"/>
                  </a:ext>
                </a:extLst>
              </a:tr>
            </a:tbl>
          </a:graphicData>
        </a:graphic>
      </p:graphicFrame>
      <p:sp>
        <p:nvSpPr>
          <p:cNvPr id="2991" name="Google Shape;2991;p52"/>
          <p:cNvSpPr txBox="1">
            <a:spLocks noGrp="1"/>
          </p:cNvSpPr>
          <p:nvPr>
            <p:ph type="title"/>
          </p:nvPr>
        </p:nvSpPr>
        <p:spPr>
          <a:xfrm>
            <a:off x="846666" y="134412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GA’s: What’s been done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7477F3-8DD3-6CAC-6946-F1AC49A82C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362795"/>
              </p:ext>
            </p:extLst>
          </p:nvPr>
        </p:nvGraphicFramePr>
        <p:xfrm>
          <a:off x="1309511" y="1353419"/>
          <a:ext cx="7029939" cy="2992803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2343313">
                  <a:extLst>
                    <a:ext uri="{9D8B030D-6E8A-4147-A177-3AD203B41FA5}">
                      <a16:colId xmlns:a16="http://schemas.microsoft.com/office/drawing/2014/main" val="1586389935"/>
                    </a:ext>
                  </a:extLst>
                </a:gridCol>
                <a:gridCol w="2343313">
                  <a:extLst>
                    <a:ext uri="{9D8B030D-6E8A-4147-A177-3AD203B41FA5}">
                      <a16:colId xmlns:a16="http://schemas.microsoft.com/office/drawing/2014/main" val="3669686146"/>
                    </a:ext>
                  </a:extLst>
                </a:gridCol>
                <a:gridCol w="2343313">
                  <a:extLst>
                    <a:ext uri="{9D8B030D-6E8A-4147-A177-3AD203B41FA5}">
                      <a16:colId xmlns:a16="http://schemas.microsoft.com/office/drawing/2014/main" val="3453562148"/>
                    </a:ext>
                  </a:extLst>
                </a:gridCol>
              </a:tblGrid>
              <a:tr h="465831"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rgbClr val="00B0F0"/>
                          </a:solidFill>
                          <a:latin typeface="Play" panose="020B0604020202020204" charset="0"/>
                        </a:rPr>
                        <a:t>GA3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230126"/>
                  </a:ext>
                </a:extLst>
              </a:tr>
              <a:tr h="2526972"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Validation and testing of the solution against the previously mentioned 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Executing the mathematical models in actual code within the application, including live computation of HRV metrics, running the and testing the decision tree model on-device with real-time incoming data. </a:t>
                      </a:r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Assembling the Haptic cuff and integrating hardware actuators with software triggers over wireless links</a:t>
                      </a:r>
                    </a:p>
                    <a:p>
                      <a:endParaRPr lang="en-ZA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  <a:p>
                      <a:r>
                        <a:rPr lang="en-ZA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Verifying the design across all 3 subsystems during system testing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482253"/>
                  </a:ext>
                </a:extLst>
              </a:tr>
            </a:tbl>
          </a:graphicData>
        </a:graphic>
      </p:graphicFrame>
      <p:sp>
        <p:nvSpPr>
          <p:cNvPr id="10" name="Google Shape;2991;p52">
            <a:extLst>
              <a:ext uri="{FF2B5EF4-FFF2-40B4-BE49-F238E27FC236}">
                <a16:creationId xmlns:a16="http://schemas.microsoft.com/office/drawing/2014/main" id="{FCFCA337-D326-5B47-AEFE-97C85C7F7881}"/>
              </a:ext>
            </a:extLst>
          </p:cNvPr>
          <p:cNvSpPr txBox="1">
            <a:spLocks/>
          </p:cNvSpPr>
          <p:nvPr/>
        </p:nvSpPr>
        <p:spPr>
          <a:xfrm>
            <a:off x="713250" y="319078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lay"/>
              <a:buNone/>
              <a:defRPr sz="3300" b="1" i="0" u="none" strike="noStrike" cap="none" spc="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9pPr>
          </a:lstStyle>
          <a:p>
            <a:r>
              <a:rPr lang="en-ZA" dirty="0">
                <a:solidFill>
                  <a:schemeClr val="tx2"/>
                </a:solidFill>
              </a:rPr>
              <a:t>GA’s: What’s left to 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0" name="Google Shape;3220;p62"/>
          <p:cNvSpPr txBox="1">
            <a:spLocks noGrp="1"/>
          </p:cNvSpPr>
          <p:nvPr>
            <p:ph type="title"/>
          </p:nvPr>
        </p:nvSpPr>
        <p:spPr>
          <a:xfrm>
            <a:off x="3168513" y="-111127"/>
            <a:ext cx="4730400" cy="68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Work Plan</a:t>
            </a:r>
            <a:endParaRPr dirty="0">
              <a:solidFill>
                <a:schemeClr val="tx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45AE48-AC41-F2C8-EBE7-2559392A7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38" y="813713"/>
            <a:ext cx="8744392" cy="36363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Google Shape;2732;p47"/>
          <p:cNvSpPr txBox="1">
            <a:spLocks noGrp="1"/>
          </p:cNvSpPr>
          <p:nvPr>
            <p:ph type="title"/>
          </p:nvPr>
        </p:nvSpPr>
        <p:spPr>
          <a:xfrm>
            <a:off x="631163" y="11749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References</a:t>
            </a:r>
            <a:endParaRPr dirty="0">
              <a:solidFill>
                <a:schemeClr val="tx2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8A55998-D5F9-9D20-AA80-D37028F5DB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867458"/>
              </p:ext>
            </p:extLst>
          </p:nvPr>
        </p:nvGraphicFramePr>
        <p:xfrm>
          <a:off x="1266092" y="727319"/>
          <a:ext cx="6693877" cy="3901440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382839">
                  <a:extLst>
                    <a:ext uri="{9D8B030D-6E8A-4147-A177-3AD203B41FA5}">
                      <a16:colId xmlns:a16="http://schemas.microsoft.com/office/drawing/2014/main" val="586281373"/>
                    </a:ext>
                  </a:extLst>
                </a:gridCol>
                <a:gridCol w="6311038">
                  <a:extLst>
                    <a:ext uri="{9D8B030D-6E8A-4147-A177-3AD203B41FA5}">
                      <a16:colId xmlns:a16="http://schemas.microsoft.com/office/drawing/2014/main" val="1191752557"/>
                    </a:ext>
                  </a:extLst>
                </a:gridCol>
              </a:tblGrid>
              <a:tr h="180438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[1]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Y.-Y. Tsai, Y.-J. Chen, Y.-F. Lin, F.-C. Hsiao, C.-H. Hsu, and L.-D. Liao, “Photoplethysmography-based HRV analysis and machine learning for real-time stress quantification in mental health applications,”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APL Bioengineering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vol. 9, no. 2, p. 026103, Jun. 2025,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10.1063/5.0256590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4677655"/>
                  </a:ext>
                </a:extLst>
              </a:tr>
              <a:tr h="260155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[2]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M. Malik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et al.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“Heart rate variability: Standards of measurement, physiological interpretation, and clinical use,”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European Heart Journal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vol. 17, no. 3, pp. 354–381, Mar. 1996,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10.1093/oxfordjournals.eurheartj.a014868</a:t>
                      </a:r>
                      <a:endParaRPr lang="en-ZA" sz="1100" dirty="0">
                        <a:solidFill>
                          <a:schemeClr val="bg1"/>
                        </a:solidFill>
                        <a:effectLst/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10534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[3]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N. J. Harrington and C. Narayanaswami, “Method and system for improving driver safety and situational awareness,” US7692552B2, Apr. 06, 2010 Accessed: Sep. 12, 2026. [Online]. Available: https://patents.google.com/patent/US7692552B2/en</a:t>
                      </a:r>
                      <a:endParaRPr lang="en-ZA" sz="1100" dirty="0">
                        <a:solidFill>
                          <a:schemeClr val="bg1"/>
                        </a:solidFill>
                        <a:effectLst/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66154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[4]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G. M. Peters, R. V. Peelen, V. J.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Gilissen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M. V. Koning, W. H. Van Harten, and C. J. M.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Doggen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“Detecting Patient Deterioration Early Using Continuous Heart rate and Respiratory rate Measurements in Hospitalized COVID-19 Patients,”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J Med </a:t>
                      </a:r>
                      <a:r>
                        <a:rPr lang="en-ZA" sz="1100" i="1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Syst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vol. 47, no. 1, p. 12, Jan. 2023,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10.1007/s10916-022-01898-w.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2660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[5]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L. Salahuddin, J. Cho, M. G. Jeong, and D. Kim, “Ultra Short Term Analysis of Heart Rate Variability for Monitoring Mental Stress in Mobile Settings,” in </a:t>
                      </a:r>
                      <a:r>
                        <a:rPr lang="en-ZA" sz="1100" i="1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2007 29th Annual International Conference of the IEEE Engineering in Medicine and Biology Society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, Lyon, France: IEEE, Aug. 2007, pp. 4656–4659.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10.1109/IEMBS.2007.4353378.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2123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[6]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S.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Koldijk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M.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Sappelli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S. Verberne, M. A.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Neerincx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and W.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Kraaij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“The SWELL Knowledge Work Dataset for Stress and User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Modeling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 Research,” in </a:t>
                      </a:r>
                      <a:r>
                        <a:rPr lang="en-ZA" sz="1100" b="0" i="1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Proceedings of the 16th International Conference on Multimodal Interaction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, Istanbul Turkey: ACM, Nov. 2014, pp. 291–298. </a:t>
                      </a:r>
                      <a:r>
                        <a:rPr lang="en-ZA" sz="1100" b="0" i="0" u="none" strike="noStrike" cap="none" spc="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doi</a:t>
                      </a:r>
                      <a:r>
                        <a:rPr lang="en-ZA" sz="1100" b="0" i="0" u="none" strike="noStrike" cap="none" spc="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  <a:cs typeface="Arial"/>
                          <a:sym typeface="Arial"/>
                        </a:rPr>
                        <a:t>: 10.1145/2663204.2663257</a:t>
                      </a:r>
                      <a:endParaRPr lang="en-ZA" sz="1100" dirty="0">
                        <a:solidFill>
                          <a:schemeClr val="bg1"/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5432164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5">
          <a:extLst>
            <a:ext uri="{FF2B5EF4-FFF2-40B4-BE49-F238E27FC236}">
              <a16:creationId xmlns:a16="http://schemas.microsoft.com/office/drawing/2014/main" id="{88B0C7F5-FB94-7465-2249-3EB5AA4AB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Google Shape;2732;p47">
            <a:extLst>
              <a:ext uri="{FF2B5EF4-FFF2-40B4-BE49-F238E27FC236}">
                <a16:creationId xmlns:a16="http://schemas.microsoft.com/office/drawing/2014/main" id="{F9857033-02E1-4898-A3B5-97CAFAC345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163" y="117495"/>
            <a:ext cx="7717500" cy="47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</a:rPr>
              <a:t>References</a:t>
            </a:r>
            <a:endParaRPr dirty="0">
              <a:solidFill>
                <a:schemeClr val="tx2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ABECABA-88FB-CACB-940C-89440A18A9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598718"/>
              </p:ext>
            </p:extLst>
          </p:nvPr>
        </p:nvGraphicFramePr>
        <p:xfrm>
          <a:off x="1266092" y="727319"/>
          <a:ext cx="6693877" cy="1280160"/>
        </p:xfrm>
        <a:graphic>
          <a:graphicData uri="http://schemas.openxmlformats.org/drawingml/2006/table">
            <a:tbl>
              <a:tblPr firstRow="1" bandRow="1">
                <a:tableStyleId>{89891868-D20A-4FA1-B234-CD7D8489C38B}</a:tableStyleId>
              </a:tblPr>
              <a:tblGrid>
                <a:gridCol w="382839">
                  <a:extLst>
                    <a:ext uri="{9D8B030D-6E8A-4147-A177-3AD203B41FA5}">
                      <a16:colId xmlns:a16="http://schemas.microsoft.com/office/drawing/2014/main" val="586281373"/>
                    </a:ext>
                  </a:extLst>
                </a:gridCol>
                <a:gridCol w="6311038">
                  <a:extLst>
                    <a:ext uri="{9D8B030D-6E8A-4147-A177-3AD203B41FA5}">
                      <a16:colId xmlns:a16="http://schemas.microsoft.com/office/drawing/2014/main" val="1191752557"/>
                    </a:ext>
                  </a:extLst>
                </a:gridCol>
              </a:tblGrid>
              <a:tr h="180438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[7]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J. Park, H. S. Seok, S.-S. Kim, and H. Shin, “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Photoplethysmogram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Analysis and Applications: An Integrative Review,” Front. Physiol., vol. 12, Mar. 2022, 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10.3389/fphys.2021.808451.</a:t>
                      </a:r>
                      <a:endParaRPr lang="en-ZA" sz="1100" dirty="0">
                        <a:solidFill>
                          <a:schemeClr val="bg1"/>
                        </a:solidFill>
                        <a:effectLst/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4677655"/>
                  </a:ext>
                </a:extLst>
              </a:tr>
              <a:tr h="260155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[8]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J. Lázaro et al., “Pulse photoplethysmography derived respiration for obstructive sleep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apnea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 detection,” in 2017 Computing in Cardiology (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CinC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), Sep. 2017, pp. 1–4. </a:t>
                      </a:r>
                      <a:r>
                        <a:rPr lang="en-ZA" sz="1100" dirty="0" err="1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10.22489/CinC.2017.273-229.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10534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sz="1100" dirty="0">
                          <a:solidFill>
                            <a:schemeClr val="bg1"/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[9]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I. Costanzo, D. Sen, L. Rhein, and U. Guler, “Respiratory Monitoring: Current State of the Art and Future Roads,” IEEE Rev. Biomed. Eng., vol. 15, pp. 103–121, 2022, </a:t>
                      </a:r>
                      <a:r>
                        <a:rPr lang="en-US" sz="1100" dirty="0" err="1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doi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a:t>: 10.1109/RBME.2020.3036330.</a:t>
                      </a:r>
                      <a:endParaRPr lang="en-ZA" sz="1100" dirty="0">
                        <a:solidFill>
                          <a:schemeClr val="bg1"/>
                        </a:solidFill>
                        <a:effectLst/>
                        <a:latin typeface="Source Sans Pro" panose="020B0503030403020204" pitchFamily="34" charset="0"/>
                        <a:ea typeface="Source Sans Pro" panose="020B0503030403020204" pitchFamily="3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66154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0295791"/>
      </p:ext>
    </p:extLst>
  </p:cSld>
  <p:clrMapOvr>
    <a:masterClrMapping/>
  </p:clrMapOvr>
</p:sld>
</file>

<file path=ppt/theme/theme1.xml><?xml version="1.0" encoding="utf-8"?>
<a:theme xmlns:a="http://schemas.openxmlformats.org/drawingml/2006/main" name="Computer Science &amp; Mathematics Major For College: Computer Science &amp; Programming by Slidesgo">
  <a:themeElements>
    <a:clrScheme name="Simple Light">
      <a:dk1>
        <a:srgbClr val="000304"/>
      </a:dk1>
      <a:lt1>
        <a:srgbClr val="FFFFFF"/>
      </a:lt1>
      <a:dk2>
        <a:srgbClr val="00A4FF"/>
      </a:dk2>
      <a:lt2>
        <a:srgbClr val="E63B00"/>
      </a:lt2>
      <a:accent1>
        <a:srgbClr val="00E9FF"/>
      </a:accent1>
      <a:accent2>
        <a:srgbClr val="FFFFFF"/>
      </a:accent2>
      <a:accent3>
        <a:srgbClr val="91A7A8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1249</Words>
  <Application>Microsoft Office PowerPoint</Application>
  <PresentationFormat>On-screen Show (16:9)</PresentationFormat>
  <Paragraphs>115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Play</vt:lpstr>
      <vt:lpstr>Source Sans Pro</vt:lpstr>
      <vt:lpstr>Arial</vt:lpstr>
      <vt:lpstr>Computer Science &amp; Mathematics Major For College: Computer Science &amp; Programming by Slidesgo</vt:lpstr>
      <vt:lpstr>FINAL DESIGN PROJECT 2026 Vitality Watchdog System</vt:lpstr>
      <vt:lpstr>TABLE OF CONTENTS</vt:lpstr>
      <vt:lpstr>Conceptual block diagram</vt:lpstr>
      <vt:lpstr>System architecture</vt:lpstr>
      <vt:lpstr>Project Specifications (summary of most important)</vt:lpstr>
      <vt:lpstr>Performance metrics of system</vt:lpstr>
      <vt:lpstr>The project so far</vt:lpstr>
      <vt:lpstr>What lies ahead</vt:lpstr>
      <vt:lpstr>GA’s: What’s been done</vt:lpstr>
      <vt:lpstr>PowerPoint Presentation</vt:lpstr>
      <vt:lpstr>Work Plan</vt:lpstr>
      <vt:lpstr>References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Orien Harichand (222012115)</cp:lastModifiedBy>
  <cp:revision>21</cp:revision>
  <dcterms:modified xsi:type="dcterms:W3CDTF">2026-09-16T20:11:44Z</dcterms:modified>
</cp:coreProperties>
</file>