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5" r:id="rId1"/>
  </p:sldMasterIdLst>
  <p:notesMasterIdLst>
    <p:notesMasterId r:id="rId15"/>
  </p:notesMasterIdLst>
  <p:handoutMasterIdLst>
    <p:handoutMasterId r:id="rId16"/>
  </p:handoutMasterIdLst>
  <p:sldIdLst>
    <p:sldId id="256" r:id="rId2"/>
    <p:sldId id="259" r:id="rId3"/>
    <p:sldId id="291" r:id="rId4"/>
    <p:sldId id="292" r:id="rId5"/>
    <p:sldId id="277" r:id="rId6"/>
    <p:sldId id="290" r:id="rId7"/>
    <p:sldId id="283" r:id="rId8"/>
    <p:sldId id="288" r:id="rId9"/>
    <p:sldId id="289" r:id="rId10"/>
    <p:sldId id="268" r:id="rId11"/>
    <p:sldId id="278" r:id="rId12"/>
    <p:sldId id="263" r:id="rId13"/>
    <p:sldId id="293" r:id="rId14"/>
  </p:sldIdLst>
  <p:sldSz cx="9144000" cy="5143500" type="screen16x9"/>
  <p:notesSz cx="6858000" cy="9144000"/>
  <p:embeddedFontLst>
    <p:embeddedFont>
      <p:font typeface="Play" panose="020B0604020202020204" charset="0"/>
      <p:regular r:id="rId17"/>
      <p:bold r:id="rId18"/>
    </p:embeddedFont>
    <p:embeddedFont>
      <p:font typeface="Source Sans Pro" panose="020B0503030403020204" pitchFamily="34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311">
          <p15:clr>
            <a:srgbClr val="EA4335"/>
          </p15:clr>
        </p15:guide>
        <p15:guide id="2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9891868-D20A-4FA1-B234-CD7D8489C38B}">
  <a:tblStyle styleId="{89891868-D20A-4FA1-B234-CD7D8489C38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946" y="72"/>
      </p:cViewPr>
      <p:guideLst>
        <p:guide pos="5311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2" d="100"/>
          <a:sy n="62" d="100"/>
        </p:scale>
        <p:origin x="3226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rien Harichand (222012115)" userId="4838711d-1dcc-4d5d-92e3-c610e960cd6c" providerId="ADAL" clId="{D433A36F-7B0E-44B9-A8F9-1C079D119536}"/>
    <pc:docChg chg="custSel modSld">
      <pc:chgData name="Orien Harichand (222012115)" userId="4838711d-1dcc-4d5d-92e3-c610e960cd6c" providerId="ADAL" clId="{D433A36F-7B0E-44B9-A8F9-1C079D119536}" dt="2026-09-16T09:34:39.906" v="264" actId="403"/>
      <pc:docMkLst>
        <pc:docMk/>
      </pc:docMkLst>
      <pc:sldChg chg="modSp mod">
        <pc:chgData name="Orien Harichand (222012115)" userId="4838711d-1dcc-4d5d-92e3-c610e960cd6c" providerId="ADAL" clId="{D433A36F-7B0E-44B9-A8F9-1C079D119536}" dt="2026-09-16T09:32:19.129" v="181" actId="20577"/>
        <pc:sldMkLst>
          <pc:docMk/>
          <pc:sldMk cId="0" sldId="256"/>
        </pc:sldMkLst>
        <pc:spChg chg="mod">
          <ac:chgData name="Orien Harichand (222012115)" userId="4838711d-1dcc-4d5d-92e3-c610e960cd6c" providerId="ADAL" clId="{D433A36F-7B0E-44B9-A8F9-1C079D119536}" dt="2026-09-16T09:31:45.009" v="106" actId="20577"/>
          <ac:spMkLst>
            <pc:docMk/>
            <pc:sldMk cId="0" sldId="256"/>
            <ac:spMk id="2638" creationId="{00000000-0000-0000-0000-000000000000}"/>
          </ac:spMkLst>
        </pc:spChg>
        <pc:spChg chg="mod">
          <ac:chgData name="Orien Harichand (222012115)" userId="4838711d-1dcc-4d5d-92e3-c610e960cd6c" providerId="ADAL" clId="{D433A36F-7B0E-44B9-A8F9-1C079D119536}" dt="2026-09-16T09:32:19.129" v="181" actId="20577"/>
          <ac:spMkLst>
            <pc:docMk/>
            <pc:sldMk cId="0" sldId="256"/>
            <ac:spMk id="2639" creationId="{00000000-0000-0000-0000-000000000000}"/>
          </ac:spMkLst>
        </pc:spChg>
      </pc:sldChg>
      <pc:sldChg chg="modSp mod">
        <pc:chgData name="Orien Harichand (222012115)" userId="4838711d-1dcc-4d5d-92e3-c610e960cd6c" providerId="ADAL" clId="{D433A36F-7B0E-44B9-A8F9-1C079D119536}" dt="2026-09-16T09:34:39.906" v="264" actId="403"/>
        <pc:sldMkLst>
          <pc:docMk/>
          <pc:sldMk cId="0" sldId="257"/>
        </pc:sldMkLst>
        <pc:spChg chg="mod">
          <ac:chgData name="Orien Harichand (222012115)" userId="4838711d-1dcc-4d5d-92e3-c610e960cd6c" providerId="ADAL" clId="{D433A36F-7B0E-44B9-A8F9-1C079D119536}" dt="2026-09-16T09:34:27.791" v="262" actId="20577"/>
          <ac:spMkLst>
            <pc:docMk/>
            <pc:sldMk cId="0" sldId="257"/>
            <ac:spMk id="2649" creationId="{00000000-0000-0000-0000-000000000000}"/>
          </ac:spMkLst>
        </pc:spChg>
        <pc:spChg chg="mod">
          <ac:chgData name="Orien Harichand (222012115)" userId="4838711d-1dcc-4d5d-92e3-c610e960cd6c" providerId="ADAL" clId="{D433A36F-7B0E-44B9-A8F9-1C079D119536}" dt="2026-09-16T09:34:39.906" v="264" actId="403"/>
          <ac:spMkLst>
            <pc:docMk/>
            <pc:sldMk cId="0" sldId="257"/>
            <ac:spMk id="2650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F105F0-C049-DC9A-2979-4E55A7FAC64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6B8653-C7D0-468B-06C5-1012E3862FA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66F75-79BE-4357-A5C7-E7065316D9A9}" type="datetimeFigureOut">
              <a:rPr lang="en-ZA" smtClean="0"/>
              <a:t>2026/09/17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9E4B1E-DC58-ADBA-715B-4C259B63216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4A237F-8901-BFD7-68FE-D624D0D0932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60E373-6278-45AF-B287-8174F8F364A3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0499684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5" name="Google Shape;2635;g10b651380e3_0_15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6" name="Google Shape;2636;g10b651380e3_0_15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3" name="Google Shape;2663;g10b651380e3_0_19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4" name="Google Shape;2664;g10b651380e3_0_19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8">
          <a:extLst>
            <a:ext uri="{FF2B5EF4-FFF2-40B4-BE49-F238E27FC236}">
              <a16:creationId xmlns:a16="http://schemas.microsoft.com/office/drawing/2014/main" id="{F725209C-62AE-5713-5552-6522BE1FE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9" name="Google Shape;2979;g10a69f07881_0_175:notes">
            <a:extLst>
              <a:ext uri="{FF2B5EF4-FFF2-40B4-BE49-F238E27FC236}">
                <a16:creationId xmlns:a16="http://schemas.microsoft.com/office/drawing/2014/main" id="{3E3ED556-BF55-2D32-399D-C07DCF43BB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0" name="Google Shape;2980;g10a69f07881_0_175:notes">
            <a:extLst>
              <a:ext uri="{FF2B5EF4-FFF2-40B4-BE49-F238E27FC236}">
                <a16:creationId xmlns:a16="http://schemas.microsoft.com/office/drawing/2014/main" id="{13ADB398-DB84-6010-168C-0B74C6CBF7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454439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8">
          <a:extLst>
            <a:ext uri="{FF2B5EF4-FFF2-40B4-BE49-F238E27FC236}">
              <a16:creationId xmlns:a16="http://schemas.microsoft.com/office/drawing/2014/main" id="{40AFCA92-C448-FA34-97C1-9B40C0E49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9" name="Google Shape;2979;g10a69f07881_0_175:notes">
            <a:extLst>
              <a:ext uri="{FF2B5EF4-FFF2-40B4-BE49-F238E27FC236}">
                <a16:creationId xmlns:a16="http://schemas.microsoft.com/office/drawing/2014/main" id="{01D0A3C2-5E04-40F3-8AE6-4A8F3F287A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0" name="Google Shape;2980;g10a69f07881_0_175:notes">
            <a:extLst>
              <a:ext uri="{FF2B5EF4-FFF2-40B4-BE49-F238E27FC236}">
                <a16:creationId xmlns:a16="http://schemas.microsoft.com/office/drawing/2014/main" id="{4023F27F-97BA-D3F5-DE8E-77FDA78E62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696988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4" name="Google Shape;3204;g10a69f07881_0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5" name="Google Shape;3205;g10a69f07881_0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3">
          <a:extLst>
            <a:ext uri="{FF2B5EF4-FFF2-40B4-BE49-F238E27FC236}">
              <a16:creationId xmlns:a16="http://schemas.microsoft.com/office/drawing/2014/main" id="{914BB6DA-E4F4-51E8-AB1C-D3AAA1258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4" name="Google Shape;3204;g10a69f07881_0_211:notes">
            <a:extLst>
              <a:ext uri="{FF2B5EF4-FFF2-40B4-BE49-F238E27FC236}">
                <a16:creationId xmlns:a16="http://schemas.microsoft.com/office/drawing/2014/main" id="{05F12C39-68A8-FDD2-A41F-BE875590D9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5" name="Google Shape;3205;g10a69f07881_0_211:notes">
            <a:extLst>
              <a:ext uri="{FF2B5EF4-FFF2-40B4-BE49-F238E27FC236}">
                <a16:creationId xmlns:a16="http://schemas.microsoft.com/office/drawing/2014/main" id="{09652100-4D57-928A-3A71-FCC47EDB3E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35600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4" name="Google Shape;3314;g10a69f07881_0_2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15" name="Google Shape;3315;g10a69f07881_0_2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3" name="Google Shape;3413;g10a9ee379fb_0_6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14" name="Google Shape;3414;g10a9ee379fb_0_6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5" name="Google Shape;3425;g10a69f07881_0_2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6" name="Google Shape;3426;g10a69f07881_0_2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9" name="Google Shape;2979;g10a69f07881_0_1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0" name="Google Shape;2980;g10a69f07881_0_1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4" name="Google Shape;3214;g10a69f07881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5" name="Google Shape;3215;g10a69f07881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3" name="Google Shape;2723;g10aca425ebe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4" name="Google Shape;2724;g10aca425ebe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2">
          <a:extLst>
            <a:ext uri="{FF2B5EF4-FFF2-40B4-BE49-F238E27FC236}">
              <a16:creationId xmlns:a16="http://schemas.microsoft.com/office/drawing/2014/main" id="{1977438B-6D08-32AB-5610-8387BDF11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3" name="Google Shape;2723;g10aca425ebe_0_29:notes">
            <a:extLst>
              <a:ext uri="{FF2B5EF4-FFF2-40B4-BE49-F238E27FC236}">
                <a16:creationId xmlns:a16="http://schemas.microsoft.com/office/drawing/2014/main" id="{0DCAEBA8-214B-DED6-ECFD-545D806C40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4" name="Google Shape;2724;g10aca425ebe_0_29:notes">
            <a:extLst>
              <a:ext uri="{FF2B5EF4-FFF2-40B4-BE49-F238E27FC236}">
                <a16:creationId xmlns:a16="http://schemas.microsoft.com/office/drawing/2014/main" id="{DC132766-13E4-09D5-C601-CD4940EAF4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5650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282800" y="1285125"/>
            <a:ext cx="6578400" cy="222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1pPr>
            <a:lvl2pPr lvl="1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2pPr>
            <a:lvl3pPr lvl="2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3pPr>
            <a:lvl4pPr lvl="3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4pPr>
            <a:lvl5pPr lvl="4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5pPr>
            <a:lvl6pPr lvl="5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6pPr>
            <a:lvl7pPr lvl="6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7pPr>
            <a:lvl8pPr lvl="7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8pPr>
            <a:lvl9pPr lvl="8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211600" y="3865700"/>
            <a:ext cx="4720800" cy="37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65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65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65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65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65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65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65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65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-3640848" y="2185426"/>
            <a:ext cx="4088811" cy="4088811"/>
            <a:chOff x="-3640848" y="2185426"/>
            <a:chExt cx="4088811" cy="4088811"/>
          </a:xfrm>
        </p:grpSpPr>
        <p:sp>
          <p:nvSpPr>
            <p:cNvPr id="12" name="Google Shape;12;p2"/>
            <p:cNvSpPr/>
            <p:nvPr/>
          </p:nvSpPr>
          <p:spPr>
            <a:xfrm flipH="1">
              <a:off x="-3640848" y="21854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flipH="1">
              <a:off x="-3640848" y="21854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-2722250" y="-1079764"/>
            <a:ext cx="3769563" cy="11358057"/>
            <a:chOff x="-2722250" y="-1079764"/>
            <a:chExt cx="3769563" cy="11358057"/>
          </a:xfrm>
        </p:grpSpPr>
        <p:sp>
          <p:nvSpPr>
            <p:cNvPr id="15" name="Google Shape;15;p2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dist="190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" name="Google Shape;29;p2"/>
          <p:cNvGrpSpPr/>
          <p:nvPr/>
        </p:nvGrpSpPr>
        <p:grpSpPr>
          <a:xfrm>
            <a:off x="746900" y="-550225"/>
            <a:ext cx="1982975" cy="2013575"/>
            <a:chOff x="746900" y="-550225"/>
            <a:chExt cx="1982975" cy="2013575"/>
          </a:xfrm>
        </p:grpSpPr>
        <p:sp>
          <p:nvSpPr>
            <p:cNvPr id="30" name="Google Shape;30;p2"/>
            <p:cNvSpPr/>
            <p:nvPr/>
          </p:nvSpPr>
          <p:spPr>
            <a:xfrm>
              <a:off x="857425" y="-430200"/>
              <a:ext cx="1746850" cy="1775450"/>
            </a:xfrm>
            <a:custGeom>
              <a:avLst/>
              <a:gdLst/>
              <a:ahLst/>
              <a:cxnLst/>
              <a:rect l="l" t="t" r="r" b="b"/>
              <a:pathLst>
                <a:path w="69874" h="71018" extrusionOk="0">
                  <a:moveTo>
                    <a:pt x="0" y="71018"/>
                  </a:moveTo>
                  <a:lnTo>
                    <a:pt x="23258" y="47640"/>
                  </a:lnTo>
                  <a:lnTo>
                    <a:pt x="21067" y="32258"/>
                  </a:lnTo>
                  <a:lnTo>
                    <a:pt x="36760" y="15827"/>
                  </a:lnTo>
                  <a:lnTo>
                    <a:pt x="53571" y="15803"/>
                  </a:lnTo>
                  <a:lnTo>
                    <a:pt x="69874" y="0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dist="19050" algn="bl" rotWithShape="0">
                <a:schemeClr val="accent1"/>
              </a:outerShdw>
            </a:effectLst>
          </p:spPr>
          <p:txBody>
            <a:bodyPr/>
            <a:lstStyle/>
            <a:p>
              <a:endParaRPr lang="en-ZA"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746900" y="1312750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2579275" y="-550225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857425" y="-430200"/>
              <a:ext cx="1746850" cy="1775450"/>
            </a:xfrm>
            <a:custGeom>
              <a:avLst/>
              <a:gdLst/>
              <a:ahLst/>
              <a:cxnLst/>
              <a:rect l="l" t="t" r="r" b="b"/>
              <a:pathLst>
                <a:path w="69874" h="71018" extrusionOk="0">
                  <a:moveTo>
                    <a:pt x="0" y="71018"/>
                  </a:moveTo>
                  <a:lnTo>
                    <a:pt x="23258" y="47640"/>
                  </a:lnTo>
                  <a:lnTo>
                    <a:pt x="21067" y="32258"/>
                  </a:lnTo>
                  <a:lnTo>
                    <a:pt x="36760" y="15827"/>
                  </a:lnTo>
                  <a:lnTo>
                    <a:pt x="53571" y="15803"/>
                  </a:lnTo>
                  <a:lnTo>
                    <a:pt x="69874" y="0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/>
            <a:lstStyle/>
            <a:p>
              <a:endParaRPr lang="en-ZA"/>
            </a:p>
          </p:txBody>
        </p:sp>
      </p:grpSp>
      <p:grpSp>
        <p:nvGrpSpPr>
          <p:cNvPr id="34" name="Google Shape;34;p2"/>
          <p:cNvGrpSpPr/>
          <p:nvPr/>
        </p:nvGrpSpPr>
        <p:grpSpPr>
          <a:xfrm>
            <a:off x="8129425" y="2555026"/>
            <a:ext cx="4222888" cy="4088811"/>
            <a:chOff x="8129425" y="2555026"/>
            <a:chExt cx="4222888" cy="4088811"/>
          </a:xfrm>
        </p:grpSpPr>
        <p:sp>
          <p:nvSpPr>
            <p:cNvPr id="35" name="Google Shape;35;p2"/>
            <p:cNvSpPr/>
            <p:nvPr/>
          </p:nvSpPr>
          <p:spPr>
            <a:xfrm>
              <a:off x="8263502" y="25550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8263502" y="25550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 rot="-5400000">
              <a:off x="8064107" y="3895031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 rot="-5400000">
              <a:off x="8064107" y="485406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2"/>
            <p:cNvSpPr/>
            <p:nvPr/>
          </p:nvSpPr>
          <p:spPr>
            <a:xfrm rot="-5400000">
              <a:off x="8064107" y="581311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2"/>
            <p:cNvSpPr/>
            <p:nvPr/>
          </p:nvSpPr>
          <p:spPr>
            <a:xfrm rot="-5400000">
              <a:off x="8064107" y="3895031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 rot="-5400000">
              <a:off x="8064107" y="485406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 rot="-5400000">
              <a:off x="8064107" y="581311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" name="Google Shape;43;p2"/>
          <p:cNvGrpSpPr/>
          <p:nvPr/>
        </p:nvGrpSpPr>
        <p:grpSpPr>
          <a:xfrm>
            <a:off x="8430775" y="-2181926"/>
            <a:ext cx="2504551" cy="4575301"/>
            <a:chOff x="8430775" y="-2181926"/>
            <a:chExt cx="2504551" cy="4575301"/>
          </a:xfrm>
        </p:grpSpPr>
        <p:sp>
          <p:nvSpPr>
            <p:cNvPr id="44" name="Google Shape;44;p2"/>
            <p:cNvSpPr/>
            <p:nvPr/>
          </p:nvSpPr>
          <p:spPr>
            <a:xfrm rot="10800000">
              <a:off x="8538272" y="-2181926"/>
              <a:ext cx="2397054" cy="4463204"/>
            </a:xfrm>
            <a:custGeom>
              <a:avLst/>
              <a:gdLst/>
              <a:ahLst/>
              <a:cxnLst/>
              <a:rect l="l" t="t" r="r" b="b"/>
              <a:pathLst>
                <a:path w="37473" h="69773" fill="none" extrusionOk="0">
                  <a:moveTo>
                    <a:pt x="0" y="69773"/>
                  </a:moveTo>
                  <a:lnTo>
                    <a:pt x="30223" y="39550"/>
                  </a:lnTo>
                  <a:lnTo>
                    <a:pt x="30223" y="7230"/>
                  </a:lnTo>
                  <a:lnTo>
                    <a:pt x="37473" y="1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8430775" y="2242775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2"/>
            <p:cNvSpPr/>
            <p:nvPr/>
          </p:nvSpPr>
          <p:spPr>
            <a:xfrm rot="10800000">
              <a:off x="8538272" y="-2181926"/>
              <a:ext cx="2397054" cy="4463204"/>
            </a:xfrm>
            <a:custGeom>
              <a:avLst/>
              <a:gdLst/>
              <a:ahLst/>
              <a:cxnLst/>
              <a:rect l="l" t="t" r="r" b="b"/>
              <a:pathLst>
                <a:path w="37473" h="69773" fill="none" extrusionOk="0">
                  <a:moveTo>
                    <a:pt x="0" y="69773"/>
                  </a:moveTo>
                  <a:lnTo>
                    <a:pt x="30223" y="39550"/>
                  </a:lnTo>
                  <a:lnTo>
                    <a:pt x="30223" y="7230"/>
                  </a:lnTo>
                  <a:lnTo>
                    <a:pt x="37473" y="1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8430775" y="2242775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" name="Google Shape;48;p2"/>
          <p:cNvGrpSpPr/>
          <p:nvPr/>
        </p:nvGrpSpPr>
        <p:grpSpPr>
          <a:xfrm rot="10800000" flipH="1">
            <a:off x="4980106" y="-10605742"/>
            <a:ext cx="3769563" cy="11358057"/>
            <a:chOff x="-2722250" y="-1079764"/>
            <a:chExt cx="3769563" cy="11358057"/>
          </a:xfrm>
        </p:grpSpPr>
        <p:sp>
          <p:nvSpPr>
            <p:cNvPr id="49" name="Google Shape;49;p2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dist="190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2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2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2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2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2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2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2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2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2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2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2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2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2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lt1"/>
        </a:solidFill>
        <a:effectLst/>
      </p:bgPr>
    </p:bg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Google Shape;704;p13"/>
          <p:cNvSpPr txBox="1">
            <a:spLocks noGrp="1"/>
          </p:cNvSpPr>
          <p:nvPr>
            <p:ph type="title"/>
          </p:nvPr>
        </p:nvSpPr>
        <p:spPr>
          <a:xfrm>
            <a:off x="713225" y="539525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endParaRPr/>
          </a:p>
        </p:txBody>
      </p:sp>
      <p:sp>
        <p:nvSpPr>
          <p:cNvPr id="705" name="Google Shape;705;p13"/>
          <p:cNvSpPr txBox="1">
            <a:spLocks noGrp="1"/>
          </p:cNvSpPr>
          <p:nvPr>
            <p:ph type="subTitle" idx="1"/>
          </p:nvPr>
        </p:nvSpPr>
        <p:spPr>
          <a:xfrm>
            <a:off x="1975600" y="3423975"/>
            <a:ext cx="2409600" cy="4671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6" name="Google Shape;706;p13"/>
          <p:cNvSpPr txBox="1">
            <a:spLocks noGrp="1"/>
          </p:cNvSpPr>
          <p:nvPr>
            <p:ph type="subTitle" idx="2"/>
          </p:nvPr>
        </p:nvSpPr>
        <p:spPr>
          <a:xfrm>
            <a:off x="1975600" y="3063178"/>
            <a:ext cx="2409600" cy="30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sp>
        <p:nvSpPr>
          <p:cNvPr id="707" name="Google Shape;707;p13"/>
          <p:cNvSpPr txBox="1">
            <a:spLocks noGrp="1"/>
          </p:cNvSpPr>
          <p:nvPr>
            <p:ph type="title" idx="3" hasCustomPrompt="1"/>
          </p:nvPr>
        </p:nvSpPr>
        <p:spPr>
          <a:xfrm>
            <a:off x="1049261" y="3192050"/>
            <a:ext cx="804000" cy="55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r>
              <a:t>xx%</a:t>
            </a:r>
          </a:p>
        </p:txBody>
      </p:sp>
      <p:sp>
        <p:nvSpPr>
          <p:cNvPr id="708" name="Google Shape;708;p13"/>
          <p:cNvSpPr txBox="1">
            <a:spLocks noGrp="1"/>
          </p:cNvSpPr>
          <p:nvPr>
            <p:ph type="title" idx="4" hasCustomPrompt="1"/>
          </p:nvPr>
        </p:nvSpPr>
        <p:spPr>
          <a:xfrm>
            <a:off x="4904736" y="3192050"/>
            <a:ext cx="804000" cy="55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r>
              <a:t>xx%</a:t>
            </a:r>
          </a:p>
        </p:txBody>
      </p:sp>
      <p:sp>
        <p:nvSpPr>
          <p:cNvPr id="709" name="Google Shape;709;p13"/>
          <p:cNvSpPr txBox="1">
            <a:spLocks noGrp="1"/>
          </p:cNvSpPr>
          <p:nvPr>
            <p:ph type="title" idx="5" hasCustomPrompt="1"/>
          </p:nvPr>
        </p:nvSpPr>
        <p:spPr>
          <a:xfrm>
            <a:off x="1049261" y="1861738"/>
            <a:ext cx="804000" cy="55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r>
              <a:t>xx%</a:t>
            </a:r>
          </a:p>
        </p:txBody>
      </p:sp>
      <p:sp>
        <p:nvSpPr>
          <p:cNvPr id="710" name="Google Shape;710;p13"/>
          <p:cNvSpPr txBox="1">
            <a:spLocks noGrp="1"/>
          </p:cNvSpPr>
          <p:nvPr>
            <p:ph type="title" idx="6" hasCustomPrompt="1"/>
          </p:nvPr>
        </p:nvSpPr>
        <p:spPr>
          <a:xfrm>
            <a:off x="4904736" y="1861738"/>
            <a:ext cx="804000" cy="55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r>
              <a:t>xx%</a:t>
            </a:r>
          </a:p>
        </p:txBody>
      </p:sp>
      <p:sp>
        <p:nvSpPr>
          <p:cNvPr id="711" name="Google Shape;711;p13"/>
          <p:cNvSpPr txBox="1">
            <a:spLocks noGrp="1"/>
          </p:cNvSpPr>
          <p:nvPr>
            <p:ph type="subTitle" idx="7"/>
          </p:nvPr>
        </p:nvSpPr>
        <p:spPr>
          <a:xfrm>
            <a:off x="1975600" y="2093675"/>
            <a:ext cx="2409600" cy="4671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2" name="Google Shape;712;p13"/>
          <p:cNvSpPr txBox="1">
            <a:spLocks noGrp="1"/>
          </p:cNvSpPr>
          <p:nvPr>
            <p:ph type="subTitle" idx="8"/>
          </p:nvPr>
        </p:nvSpPr>
        <p:spPr>
          <a:xfrm>
            <a:off x="1975600" y="1732878"/>
            <a:ext cx="2409600" cy="30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sp>
        <p:nvSpPr>
          <p:cNvPr id="713" name="Google Shape;713;p13"/>
          <p:cNvSpPr txBox="1">
            <a:spLocks noGrp="1"/>
          </p:cNvSpPr>
          <p:nvPr>
            <p:ph type="subTitle" idx="9"/>
          </p:nvPr>
        </p:nvSpPr>
        <p:spPr>
          <a:xfrm>
            <a:off x="5831075" y="3423975"/>
            <a:ext cx="2409600" cy="4671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4" name="Google Shape;714;p13"/>
          <p:cNvSpPr txBox="1">
            <a:spLocks noGrp="1"/>
          </p:cNvSpPr>
          <p:nvPr>
            <p:ph type="subTitle" idx="13"/>
          </p:nvPr>
        </p:nvSpPr>
        <p:spPr>
          <a:xfrm>
            <a:off x="5831075" y="3063178"/>
            <a:ext cx="2409600" cy="30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sp>
        <p:nvSpPr>
          <p:cNvPr id="715" name="Google Shape;715;p13"/>
          <p:cNvSpPr txBox="1">
            <a:spLocks noGrp="1"/>
          </p:cNvSpPr>
          <p:nvPr>
            <p:ph type="subTitle" idx="14"/>
          </p:nvPr>
        </p:nvSpPr>
        <p:spPr>
          <a:xfrm>
            <a:off x="5831075" y="2093675"/>
            <a:ext cx="2409600" cy="4671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6" name="Google Shape;716;p13"/>
          <p:cNvSpPr txBox="1">
            <a:spLocks noGrp="1"/>
          </p:cNvSpPr>
          <p:nvPr>
            <p:ph type="subTitle" idx="15"/>
          </p:nvPr>
        </p:nvSpPr>
        <p:spPr>
          <a:xfrm>
            <a:off x="5831075" y="1732878"/>
            <a:ext cx="2409600" cy="30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grpSp>
        <p:nvGrpSpPr>
          <p:cNvPr id="717" name="Google Shape;717;p13"/>
          <p:cNvGrpSpPr/>
          <p:nvPr/>
        </p:nvGrpSpPr>
        <p:grpSpPr>
          <a:xfrm>
            <a:off x="-3130987" y="-4899154"/>
            <a:ext cx="3721951" cy="12135923"/>
            <a:chOff x="-3170262" y="3452177"/>
            <a:chExt cx="3721951" cy="12135923"/>
          </a:xfrm>
        </p:grpSpPr>
        <p:sp>
          <p:nvSpPr>
            <p:cNvPr id="718" name="Google Shape;718;p13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Google Shape;719;p13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13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Google Shape;721;p13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722;p13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13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13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13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Google Shape;726;p13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Google Shape;727;p13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13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Google Shape;729;p13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Google Shape;730;p13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Google Shape;731;p13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Google Shape;732;p13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13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Google Shape;734;p13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Google Shape;735;p13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Google Shape;736;p13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Google Shape;737;p13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13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13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13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13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Google Shape;742;p13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13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13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13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13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13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13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Google Shape;749;p13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13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13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13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13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13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13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13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Google Shape;757;p13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Google Shape;758;p13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Google Shape;759;p13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Google Shape;760;p13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Google Shape;761;p13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13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Google Shape;763;p13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Google Shape;764;p13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Google Shape;765;p13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13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13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13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13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13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13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Google Shape;772;p13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Google Shape;773;p13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74" name="Google Shape;774;p13"/>
          <p:cNvGrpSpPr/>
          <p:nvPr/>
        </p:nvGrpSpPr>
        <p:grpSpPr>
          <a:xfrm flipH="1">
            <a:off x="6309193" y="4399246"/>
            <a:ext cx="3769563" cy="11358057"/>
            <a:chOff x="-2722250" y="-1079764"/>
            <a:chExt cx="3769563" cy="11358057"/>
          </a:xfrm>
        </p:grpSpPr>
        <p:sp>
          <p:nvSpPr>
            <p:cNvPr id="775" name="Google Shape;775;p13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dist="190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13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13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13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13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13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13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13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13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13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13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13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13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13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89" name="Google Shape;789;p13"/>
          <p:cNvGrpSpPr/>
          <p:nvPr/>
        </p:nvGrpSpPr>
        <p:grpSpPr>
          <a:xfrm>
            <a:off x="8626375" y="-2137135"/>
            <a:ext cx="618526" cy="5831511"/>
            <a:chOff x="8626375" y="-2137135"/>
            <a:chExt cx="618526" cy="5831511"/>
          </a:xfrm>
        </p:grpSpPr>
        <p:sp>
          <p:nvSpPr>
            <p:cNvPr id="790" name="Google Shape;790;p13"/>
            <p:cNvSpPr/>
            <p:nvPr/>
          </p:nvSpPr>
          <p:spPr>
            <a:xfrm rot="10800000" flipH="1">
              <a:off x="8754318" y="-2137135"/>
              <a:ext cx="490583" cy="5831511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13"/>
            <p:cNvSpPr/>
            <p:nvPr/>
          </p:nvSpPr>
          <p:spPr>
            <a:xfrm rot="-5400000">
              <a:off x="8403006" y="1365179"/>
              <a:ext cx="714890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13"/>
            <p:cNvSpPr/>
            <p:nvPr/>
          </p:nvSpPr>
          <p:spPr>
            <a:xfrm rot="10800000" flipH="1">
              <a:off x="8754318" y="-2137135"/>
              <a:ext cx="490583" cy="5831511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13"/>
            <p:cNvSpPr/>
            <p:nvPr/>
          </p:nvSpPr>
          <p:spPr>
            <a:xfrm rot="-5400000">
              <a:off x="8403006" y="1365179"/>
              <a:ext cx="714890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94" name="Google Shape;794;p13"/>
          <p:cNvGrpSpPr/>
          <p:nvPr/>
        </p:nvGrpSpPr>
        <p:grpSpPr>
          <a:xfrm>
            <a:off x="851178" y="3217515"/>
            <a:ext cx="3146276" cy="3021722"/>
            <a:chOff x="851178" y="3217515"/>
            <a:chExt cx="3146276" cy="3021722"/>
          </a:xfrm>
        </p:grpSpPr>
        <p:sp>
          <p:nvSpPr>
            <p:cNvPr id="795" name="Google Shape;795;p13"/>
            <p:cNvSpPr/>
            <p:nvPr/>
          </p:nvSpPr>
          <p:spPr>
            <a:xfrm rot="-8116073">
              <a:off x="1306773" y="3769020"/>
              <a:ext cx="2356744" cy="1918711"/>
            </a:xfrm>
            <a:custGeom>
              <a:avLst/>
              <a:gdLst/>
              <a:ahLst/>
              <a:cxnLst/>
              <a:rect l="l" t="t" r="r" b="b"/>
              <a:pathLst>
                <a:path w="42402" h="34521" fill="none" extrusionOk="0">
                  <a:moveTo>
                    <a:pt x="0" y="34520"/>
                  </a:moveTo>
                  <a:lnTo>
                    <a:pt x="24093" y="10428"/>
                  </a:lnTo>
                  <a:lnTo>
                    <a:pt x="31954" y="10428"/>
                  </a:lnTo>
                  <a:lnTo>
                    <a:pt x="42402" y="0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13"/>
            <p:cNvSpPr/>
            <p:nvPr/>
          </p:nvSpPr>
          <p:spPr>
            <a:xfrm rot="5400000">
              <a:off x="851178" y="4503372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13"/>
            <p:cNvSpPr/>
            <p:nvPr/>
          </p:nvSpPr>
          <p:spPr>
            <a:xfrm rot="-8116073">
              <a:off x="1306773" y="3769020"/>
              <a:ext cx="2356744" cy="1918711"/>
            </a:xfrm>
            <a:custGeom>
              <a:avLst/>
              <a:gdLst/>
              <a:ahLst/>
              <a:cxnLst/>
              <a:rect l="l" t="t" r="r" b="b"/>
              <a:pathLst>
                <a:path w="42402" h="34521" fill="none" extrusionOk="0">
                  <a:moveTo>
                    <a:pt x="0" y="34520"/>
                  </a:moveTo>
                  <a:lnTo>
                    <a:pt x="24093" y="10428"/>
                  </a:lnTo>
                  <a:lnTo>
                    <a:pt x="31954" y="10428"/>
                  </a:lnTo>
                  <a:lnTo>
                    <a:pt x="42402" y="0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13"/>
            <p:cNvSpPr/>
            <p:nvPr/>
          </p:nvSpPr>
          <p:spPr>
            <a:xfrm rot="5400000">
              <a:off x="851178" y="4503372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CUSTOM_2_1">
    <p:spTree>
      <p:nvGrpSpPr>
        <p:cNvPr id="1" name="Shape 10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0" name="Google Shape;1080;p17"/>
          <p:cNvGrpSpPr/>
          <p:nvPr/>
        </p:nvGrpSpPr>
        <p:grpSpPr>
          <a:xfrm rot="10800000">
            <a:off x="8275488" y="-5806929"/>
            <a:ext cx="3721951" cy="12135923"/>
            <a:chOff x="-3170262" y="3452177"/>
            <a:chExt cx="3721951" cy="12135923"/>
          </a:xfrm>
        </p:grpSpPr>
        <p:sp>
          <p:nvSpPr>
            <p:cNvPr id="1081" name="Google Shape;1081;p17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Google Shape;1082;p17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Google Shape;1083;p17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Google Shape;1084;p17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Google Shape;1085;p17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Google Shape;1086;p17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Google Shape;1087;p17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Google Shape;1088;p17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Google Shape;1089;p17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Google Shape;1090;p17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17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1092;p17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Google Shape;1093;p17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Google Shape;1094;p17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Google Shape;1095;p17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Google Shape;1096;p17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Google Shape;1097;p17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17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17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Google Shape;1100;p17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1101;p17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Google Shape;1102;p17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Google Shape;1103;p17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Google Shape;1104;p17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Google Shape;1105;p17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Google Shape;1106;p17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1107;p17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Google Shape;1108;p17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Google Shape;1109;p17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Google Shape;1110;p17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Google Shape;1111;p17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Google Shape;1112;p17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Google Shape;1113;p17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Google Shape;1114;p17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1115;p17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Google Shape;1116;p17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Google Shape;1117;p17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17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Google Shape;1119;p17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Google Shape;1120;p17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Google Shape;1121;p17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17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17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17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17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17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17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17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17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17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17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17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17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1134;p17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17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17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7" name="Google Shape;1137;p17"/>
          <p:cNvGrpSpPr/>
          <p:nvPr/>
        </p:nvGrpSpPr>
        <p:grpSpPr>
          <a:xfrm>
            <a:off x="-2853462" y="-2631329"/>
            <a:ext cx="3721951" cy="12135923"/>
            <a:chOff x="-3170262" y="3452177"/>
            <a:chExt cx="3721951" cy="12135923"/>
          </a:xfrm>
        </p:grpSpPr>
        <p:sp>
          <p:nvSpPr>
            <p:cNvPr id="1138" name="Google Shape;1138;p17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17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17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17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17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Google Shape;1143;p17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Google Shape;1144;p17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Google Shape;1145;p17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Google Shape;1146;p17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Google Shape;1147;p17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Google Shape;1148;p17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Google Shape;1149;p17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Google Shape;1150;p17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Google Shape;1151;p17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Google Shape;1152;p17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Google Shape;1153;p17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Google Shape;1154;p17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Google Shape;1155;p17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Google Shape;1156;p17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Google Shape;1157;p17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Google Shape;1158;p17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Google Shape;1159;p17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Google Shape;1160;p17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Google Shape;1161;p17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Google Shape;1162;p17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Google Shape;1163;p17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17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Google Shape;1165;p17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Google Shape;1166;p17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Google Shape;1167;p17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Google Shape;1168;p17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Google Shape;1169;p17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Google Shape;1170;p17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Google Shape;1171;p17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Google Shape;1172;p17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Google Shape;1173;p17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Google Shape;1174;p17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Google Shape;1175;p17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Google Shape;1176;p17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Google Shape;1177;p17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Google Shape;1178;p17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Google Shape;1179;p17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Google Shape;1180;p17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Google Shape;1181;p17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Google Shape;1182;p17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Google Shape;1183;p17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Google Shape;1184;p17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Google Shape;1185;p17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Google Shape;1186;p17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Google Shape;1187;p17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Google Shape;1188;p17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Google Shape;1189;p17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Google Shape;1190;p17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Google Shape;1191;p17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Google Shape;1192;p17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Google Shape;1193;p17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94" name="Google Shape;1194;p17"/>
          <p:cNvSpPr txBox="1">
            <a:spLocks noGrp="1"/>
          </p:cNvSpPr>
          <p:nvPr>
            <p:ph type="title" hasCustomPrompt="1"/>
          </p:nvPr>
        </p:nvSpPr>
        <p:spPr>
          <a:xfrm>
            <a:off x="2418150" y="499225"/>
            <a:ext cx="4307700" cy="77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r>
              <a:t>xx%</a:t>
            </a:r>
          </a:p>
        </p:txBody>
      </p:sp>
      <p:sp>
        <p:nvSpPr>
          <p:cNvPr id="1195" name="Google Shape;1195;p17"/>
          <p:cNvSpPr txBox="1">
            <a:spLocks noGrp="1"/>
          </p:cNvSpPr>
          <p:nvPr>
            <p:ph type="subTitle" idx="1"/>
          </p:nvPr>
        </p:nvSpPr>
        <p:spPr>
          <a:xfrm>
            <a:off x="2418146" y="1329175"/>
            <a:ext cx="4307700" cy="3099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6" name="Google Shape;1196;p17"/>
          <p:cNvSpPr txBox="1">
            <a:spLocks noGrp="1"/>
          </p:cNvSpPr>
          <p:nvPr>
            <p:ph type="title" idx="2" hasCustomPrompt="1"/>
          </p:nvPr>
        </p:nvSpPr>
        <p:spPr>
          <a:xfrm>
            <a:off x="2418150" y="3419300"/>
            <a:ext cx="4307700" cy="77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r>
              <a:t>xx%</a:t>
            </a:r>
          </a:p>
        </p:txBody>
      </p:sp>
      <p:sp>
        <p:nvSpPr>
          <p:cNvPr id="1197" name="Google Shape;1197;p17"/>
          <p:cNvSpPr txBox="1">
            <a:spLocks noGrp="1"/>
          </p:cNvSpPr>
          <p:nvPr>
            <p:ph type="subTitle" idx="3"/>
          </p:nvPr>
        </p:nvSpPr>
        <p:spPr>
          <a:xfrm>
            <a:off x="2418146" y="4249250"/>
            <a:ext cx="4307700" cy="3099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8" name="Google Shape;1198;p17"/>
          <p:cNvSpPr txBox="1">
            <a:spLocks noGrp="1"/>
          </p:cNvSpPr>
          <p:nvPr>
            <p:ph type="title" idx="4" hasCustomPrompt="1"/>
          </p:nvPr>
        </p:nvSpPr>
        <p:spPr>
          <a:xfrm>
            <a:off x="2418150" y="1959263"/>
            <a:ext cx="4307700" cy="77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 sz="5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 sz="56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 sz="56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 sz="56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 sz="56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 sz="56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 sz="56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 sz="56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 sz="5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199" name="Google Shape;1199;p17"/>
          <p:cNvSpPr txBox="1">
            <a:spLocks noGrp="1"/>
          </p:cNvSpPr>
          <p:nvPr>
            <p:ph type="subTitle" idx="5"/>
          </p:nvPr>
        </p:nvSpPr>
        <p:spPr>
          <a:xfrm>
            <a:off x="2418146" y="2789213"/>
            <a:ext cx="4307700" cy="3099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2_1_1">
    <p:spTree>
      <p:nvGrpSpPr>
        <p:cNvPr id="1" name="Shape 1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1" name="Google Shape;1201;p18"/>
          <p:cNvSpPr txBox="1">
            <a:spLocks noGrp="1"/>
          </p:cNvSpPr>
          <p:nvPr>
            <p:ph type="title"/>
          </p:nvPr>
        </p:nvSpPr>
        <p:spPr>
          <a:xfrm>
            <a:off x="713225" y="539525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endParaRPr/>
          </a:p>
        </p:txBody>
      </p:sp>
      <p:grpSp>
        <p:nvGrpSpPr>
          <p:cNvPr id="1202" name="Google Shape;1202;p18"/>
          <p:cNvGrpSpPr/>
          <p:nvPr/>
        </p:nvGrpSpPr>
        <p:grpSpPr>
          <a:xfrm>
            <a:off x="6234179" y="-11612"/>
            <a:ext cx="5178842" cy="5178453"/>
            <a:chOff x="6234179" y="-11612"/>
            <a:chExt cx="5178842" cy="5178453"/>
          </a:xfrm>
        </p:grpSpPr>
        <p:sp>
          <p:nvSpPr>
            <p:cNvPr id="1203" name="Google Shape;1203;p18"/>
            <p:cNvSpPr/>
            <p:nvPr/>
          </p:nvSpPr>
          <p:spPr>
            <a:xfrm rot="8083927">
              <a:off x="7007353" y="731965"/>
              <a:ext cx="3632494" cy="3691299"/>
            </a:xfrm>
            <a:custGeom>
              <a:avLst/>
              <a:gdLst/>
              <a:ahLst/>
              <a:cxnLst/>
              <a:rect l="l" t="t" r="r" b="b"/>
              <a:pathLst>
                <a:path w="65355" h="66413" fill="none" extrusionOk="0">
                  <a:moveTo>
                    <a:pt x="1" y="66412"/>
                  </a:moveTo>
                  <a:lnTo>
                    <a:pt x="37290" y="29123"/>
                  </a:lnTo>
                  <a:lnTo>
                    <a:pt x="45844" y="29123"/>
                  </a:lnTo>
                  <a:lnTo>
                    <a:pt x="58939" y="16048"/>
                  </a:lnTo>
                  <a:lnTo>
                    <a:pt x="58939" y="6436"/>
                  </a:lnTo>
                  <a:lnTo>
                    <a:pt x="65354" y="0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Google Shape;1204;p18"/>
            <p:cNvSpPr/>
            <p:nvPr/>
          </p:nvSpPr>
          <p:spPr>
            <a:xfrm rot="8083927">
              <a:off x="7007353" y="731965"/>
              <a:ext cx="3632494" cy="3691299"/>
            </a:xfrm>
            <a:custGeom>
              <a:avLst/>
              <a:gdLst/>
              <a:ahLst/>
              <a:cxnLst/>
              <a:rect l="l" t="t" r="r" b="b"/>
              <a:pathLst>
                <a:path w="65355" h="66413" fill="none" extrusionOk="0">
                  <a:moveTo>
                    <a:pt x="1" y="66412"/>
                  </a:moveTo>
                  <a:lnTo>
                    <a:pt x="37290" y="29123"/>
                  </a:lnTo>
                  <a:lnTo>
                    <a:pt x="45844" y="29123"/>
                  </a:lnTo>
                  <a:lnTo>
                    <a:pt x="58939" y="16048"/>
                  </a:lnTo>
                  <a:lnTo>
                    <a:pt x="58939" y="6436"/>
                  </a:lnTo>
                  <a:lnTo>
                    <a:pt x="65354" y="0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Google Shape;1205;p18"/>
            <p:cNvSpPr/>
            <p:nvPr/>
          </p:nvSpPr>
          <p:spPr>
            <a:xfrm rot="-5400000">
              <a:off x="8446017" y="223775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Google Shape;1206;p18"/>
            <p:cNvSpPr/>
            <p:nvPr/>
          </p:nvSpPr>
          <p:spPr>
            <a:xfrm rot="-5400000">
              <a:off x="8446017" y="223775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07" name="Google Shape;1207;p18"/>
          <p:cNvGrpSpPr/>
          <p:nvPr/>
        </p:nvGrpSpPr>
        <p:grpSpPr>
          <a:xfrm rot="10800000">
            <a:off x="-3056350" y="-7040964"/>
            <a:ext cx="3769563" cy="11358057"/>
            <a:chOff x="-2722250" y="-1079764"/>
            <a:chExt cx="3769563" cy="11358057"/>
          </a:xfrm>
        </p:grpSpPr>
        <p:sp>
          <p:nvSpPr>
            <p:cNvPr id="1208" name="Google Shape;1208;p18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dist="190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Google Shape;1209;p18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Google Shape;1210;p18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Google Shape;1211;p18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Google Shape;1212;p18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Google Shape;1213;p18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Google Shape;1214;p18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Google Shape;1215;p18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Google Shape;1216;p18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Google Shape;1217;p18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Google Shape;1218;p18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Google Shape;1219;p18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Google Shape;1220;p18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Google Shape;1221;p18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2" name="Google Shape;1222;p18"/>
          <p:cNvGrpSpPr/>
          <p:nvPr/>
        </p:nvGrpSpPr>
        <p:grpSpPr>
          <a:xfrm>
            <a:off x="-3612573" y="2185426"/>
            <a:ext cx="4088811" cy="4088811"/>
            <a:chOff x="-3640848" y="2185426"/>
            <a:chExt cx="4088811" cy="4088811"/>
          </a:xfrm>
        </p:grpSpPr>
        <p:sp>
          <p:nvSpPr>
            <p:cNvPr id="1223" name="Google Shape;1223;p18"/>
            <p:cNvSpPr/>
            <p:nvPr/>
          </p:nvSpPr>
          <p:spPr>
            <a:xfrm flipH="1">
              <a:off x="-3640848" y="21854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Google Shape;1224;p18"/>
            <p:cNvSpPr/>
            <p:nvPr/>
          </p:nvSpPr>
          <p:spPr>
            <a:xfrm flipH="1">
              <a:off x="-3640848" y="21854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5">
  <p:cSld name="CUSTOM_2_1_1_1_1_1_1_1_2">
    <p:spTree>
      <p:nvGrpSpPr>
        <p:cNvPr id="1" name="Shape 1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Google Shape;1463;p24"/>
          <p:cNvSpPr txBox="1">
            <a:spLocks noGrp="1"/>
          </p:cNvSpPr>
          <p:nvPr>
            <p:ph type="title"/>
          </p:nvPr>
        </p:nvSpPr>
        <p:spPr>
          <a:xfrm>
            <a:off x="4818075" y="1300763"/>
            <a:ext cx="3161700" cy="119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endParaRPr/>
          </a:p>
        </p:txBody>
      </p:sp>
      <p:sp>
        <p:nvSpPr>
          <p:cNvPr id="1464" name="Google Shape;1464;p24"/>
          <p:cNvSpPr txBox="1">
            <a:spLocks noGrp="1"/>
          </p:cNvSpPr>
          <p:nvPr>
            <p:ph type="subTitle" idx="1"/>
          </p:nvPr>
        </p:nvSpPr>
        <p:spPr>
          <a:xfrm>
            <a:off x="4818075" y="2548050"/>
            <a:ext cx="3161700" cy="11994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grpSp>
        <p:nvGrpSpPr>
          <p:cNvPr id="1465" name="Google Shape;1465;p24"/>
          <p:cNvGrpSpPr/>
          <p:nvPr/>
        </p:nvGrpSpPr>
        <p:grpSpPr>
          <a:xfrm>
            <a:off x="-3067762" y="-3026548"/>
            <a:ext cx="3721951" cy="12135923"/>
            <a:chOff x="-3170262" y="3452177"/>
            <a:chExt cx="3721951" cy="12135923"/>
          </a:xfrm>
        </p:grpSpPr>
        <p:sp>
          <p:nvSpPr>
            <p:cNvPr id="1466" name="Google Shape;1466;p24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Google Shape;1467;p24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Google Shape;1468;p24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Google Shape;1469;p24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Google Shape;1470;p24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Google Shape;1471;p24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Google Shape;1472;p24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Google Shape;1473;p24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Google Shape;1474;p24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Google Shape;1475;p24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Google Shape;1476;p24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Google Shape;1477;p24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Google Shape;1478;p24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Google Shape;1479;p24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Google Shape;1480;p24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Google Shape;1481;p24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Google Shape;1482;p24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Google Shape;1483;p24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Google Shape;1484;p24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Google Shape;1485;p24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24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24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Google Shape;1488;p24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Google Shape;1489;p24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Google Shape;1490;p24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Google Shape;1491;p24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Google Shape;1492;p24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Google Shape;1493;p24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Google Shape;1494;p24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Google Shape;1495;p24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Google Shape;1496;p24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Google Shape;1497;p24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Google Shape;1498;p24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Google Shape;1499;p24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Google Shape;1500;p24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Google Shape;1501;p24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Google Shape;1502;p24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Google Shape;1503;p24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Google Shape;1504;p24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Google Shape;1505;p24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Google Shape;1506;p24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Google Shape;1507;p24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Google Shape;1508;p24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Google Shape;1509;p24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Google Shape;1510;p24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Google Shape;1511;p24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Google Shape;1512;p24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Google Shape;1513;p24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Google Shape;1514;p24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Google Shape;1515;p24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Google Shape;1516;p24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Google Shape;1517;p24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Google Shape;1518;p24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Google Shape;1519;p24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20" name="Google Shape;1520;p24"/>
          <p:cNvGrpSpPr/>
          <p:nvPr/>
        </p:nvGrpSpPr>
        <p:grpSpPr>
          <a:xfrm>
            <a:off x="8572063" y="-2535098"/>
            <a:ext cx="3721951" cy="12135923"/>
            <a:chOff x="-3170262" y="3452177"/>
            <a:chExt cx="3721951" cy="12135923"/>
          </a:xfrm>
        </p:grpSpPr>
        <p:sp>
          <p:nvSpPr>
            <p:cNvPr id="1521" name="Google Shape;1521;p24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Google Shape;1522;p24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Google Shape;1523;p24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Google Shape;1524;p24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Google Shape;1525;p24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Google Shape;1526;p24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Google Shape;1527;p24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Google Shape;1528;p24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Google Shape;1529;p24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Google Shape;1530;p24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Google Shape;1531;p24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Google Shape;1532;p24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Google Shape;1533;p24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Google Shape;1534;p24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Google Shape;1535;p24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Google Shape;1536;p24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Google Shape;1537;p24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Google Shape;1538;p24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Google Shape;1539;p24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Google Shape;1540;p24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Google Shape;1541;p24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Google Shape;1542;p24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Google Shape;1543;p24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Google Shape;1544;p24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Google Shape;1545;p24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Google Shape;1546;p24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Google Shape;1547;p24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Google Shape;1548;p24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Google Shape;1549;p24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Google Shape;1550;p24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Google Shape;1551;p24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Google Shape;1552;p24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Google Shape;1553;p24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Google Shape;1554;p24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Google Shape;1555;p24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Google Shape;1556;p24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Google Shape;1557;p24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Google Shape;1558;p24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Google Shape;1559;p24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Google Shape;1560;p24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Google Shape;1561;p24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Google Shape;1562;p24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Google Shape;1563;p24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Google Shape;1564;p24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Google Shape;1565;p24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Google Shape;1566;p24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Google Shape;1567;p24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Google Shape;1568;p24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Google Shape;1569;p24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Google Shape;1570;p24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Google Shape;1571;p24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Google Shape;1572;p24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Google Shape;1573;p24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Google Shape;1574;p24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4" name="Google Shape;2464;p35"/>
          <p:cNvSpPr/>
          <p:nvPr/>
        </p:nvSpPr>
        <p:spPr>
          <a:xfrm>
            <a:off x="577225" y="-591925"/>
            <a:ext cx="676500" cy="3240600"/>
          </a:xfrm>
          <a:custGeom>
            <a:avLst/>
            <a:gdLst/>
            <a:ahLst/>
            <a:cxnLst/>
            <a:rect l="l" t="t" r="r" b="b"/>
            <a:pathLst>
              <a:path w="27060" h="129624" extrusionOk="0">
                <a:moveTo>
                  <a:pt x="0" y="0"/>
                </a:moveTo>
                <a:lnTo>
                  <a:pt x="0" y="101874"/>
                </a:lnTo>
                <a:lnTo>
                  <a:pt x="27060" y="129624"/>
                </a:lnTo>
              </a:path>
            </a:pathLst>
          </a:cu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28588" algn="bl" rotWithShape="0">
              <a:schemeClr val="accent1"/>
            </a:outerShdw>
          </a:effectLst>
        </p:spPr>
      </p:sp>
      <p:cxnSp>
        <p:nvCxnSpPr>
          <p:cNvPr id="2465" name="Google Shape;2465;p35"/>
          <p:cNvCxnSpPr/>
          <p:nvPr/>
        </p:nvCxnSpPr>
        <p:spPr>
          <a:xfrm rot="10800000">
            <a:off x="8860050" y="3165000"/>
            <a:ext cx="0" cy="230040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28588" algn="bl" rotWithShape="0">
              <a:schemeClr val="accent1"/>
            </a:outerShdw>
          </a:effectLst>
        </p:spPr>
      </p:cxnSp>
      <p:grpSp>
        <p:nvGrpSpPr>
          <p:cNvPr id="2466" name="Google Shape;2466;p35"/>
          <p:cNvGrpSpPr/>
          <p:nvPr/>
        </p:nvGrpSpPr>
        <p:grpSpPr>
          <a:xfrm flipH="1">
            <a:off x="-2783025" y="2555026"/>
            <a:ext cx="4222888" cy="4088811"/>
            <a:chOff x="8129425" y="2555026"/>
            <a:chExt cx="4222888" cy="4088811"/>
          </a:xfrm>
        </p:grpSpPr>
        <p:sp>
          <p:nvSpPr>
            <p:cNvPr id="2467" name="Google Shape;2467;p35"/>
            <p:cNvSpPr/>
            <p:nvPr/>
          </p:nvSpPr>
          <p:spPr>
            <a:xfrm>
              <a:off x="8263502" y="25550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8" name="Google Shape;2468;p35"/>
            <p:cNvSpPr/>
            <p:nvPr/>
          </p:nvSpPr>
          <p:spPr>
            <a:xfrm>
              <a:off x="8263502" y="25550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9" name="Google Shape;2469;p35"/>
            <p:cNvSpPr/>
            <p:nvPr/>
          </p:nvSpPr>
          <p:spPr>
            <a:xfrm rot="-5400000">
              <a:off x="8064107" y="3895031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0" name="Google Shape;2470;p35"/>
            <p:cNvSpPr/>
            <p:nvPr/>
          </p:nvSpPr>
          <p:spPr>
            <a:xfrm rot="-5400000">
              <a:off x="8064107" y="485406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1" name="Google Shape;2471;p35"/>
            <p:cNvSpPr/>
            <p:nvPr/>
          </p:nvSpPr>
          <p:spPr>
            <a:xfrm rot="-5400000">
              <a:off x="8064107" y="581311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2" name="Google Shape;2472;p35"/>
            <p:cNvSpPr/>
            <p:nvPr/>
          </p:nvSpPr>
          <p:spPr>
            <a:xfrm rot="-5400000">
              <a:off x="8064107" y="3895031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3" name="Google Shape;2473;p35"/>
            <p:cNvSpPr/>
            <p:nvPr/>
          </p:nvSpPr>
          <p:spPr>
            <a:xfrm rot="-5400000">
              <a:off x="8064107" y="485406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4" name="Google Shape;2474;p35"/>
            <p:cNvSpPr/>
            <p:nvPr/>
          </p:nvSpPr>
          <p:spPr>
            <a:xfrm rot="-5400000">
              <a:off x="8064107" y="581311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75" name="Google Shape;2475;p35"/>
          <p:cNvGrpSpPr/>
          <p:nvPr/>
        </p:nvGrpSpPr>
        <p:grpSpPr>
          <a:xfrm flipH="1">
            <a:off x="-2986745" y="907371"/>
            <a:ext cx="3769563" cy="11358057"/>
            <a:chOff x="-2722250" y="-1079764"/>
            <a:chExt cx="3769563" cy="11358057"/>
          </a:xfrm>
        </p:grpSpPr>
        <p:sp>
          <p:nvSpPr>
            <p:cNvPr id="2476" name="Google Shape;2476;p35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dist="190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7" name="Google Shape;2477;p35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8" name="Google Shape;2478;p35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9" name="Google Shape;2479;p35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0" name="Google Shape;2480;p35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1" name="Google Shape;2481;p35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2" name="Google Shape;2482;p35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3" name="Google Shape;2483;p35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4" name="Google Shape;2484;p35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5" name="Google Shape;2485;p35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6" name="Google Shape;2486;p35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7" name="Google Shape;2487;p35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8" name="Google Shape;2488;p35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9" name="Google Shape;2489;p35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90" name="Google Shape;2490;p35"/>
          <p:cNvGrpSpPr/>
          <p:nvPr/>
        </p:nvGrpSpPr>
        <p:grpSpPr>
          <a:xfrm rot="10800000" flipH="1">
            <a:off x="8591775" y="-1202836"/>
            <a:ext cx="4222888" cy="4088811"/>
            <a:chOff x="8129425" y="2555026"/>
            <a:chExt cx="4222888" cy="4088811"/>
          </a:xfrm>
        </p:grpSpPr>
        <p:sp>
          <p:nvSpPr>
            <p:cNvPr id="2491" name="Google Shape;2491;p35"/>
            <p:cNvSpPr/>
            <p:nvPr/>
          </p:nvSpPr>
          <p:spPr>
            <a:xfrm>
              <a:off x="8263502" y="25550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2" name="Google Shape;2492;p35"/>
            <p:cNvSpPr/>
            <p:nvPr/>
          </p:nvSpPr>
          <p:spPr>
            <a:xfrm>
              <a:off x="8263502" y="25550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3" name="Google Shape;2493;p35"/>
            <p:cNvSpPr/>
            <p:nvPr/>
          </p:nvSpPr>
          <p:spPr>
            <a:xfrm rot="-5400000">
              <a:off x="8064107" y="3895031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4" name="Google Shape;2494;p35"/>
            <p:cNvSpPr/>
            <p:nvPr/>
          </p:nvSpPr>
          <p:spPr>
            <a:xfrm rot="-5400000">
              <a:off x="8064107" y="485406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5" name="Google Shape;2495;p35"/>
            <p:cNvSpPr/>
            <p:nvPr/>
          </p:nvSpPr>
          <p:spPr>
            <a:xfrm rot="-5400000">
              <a:off x="8064107" y="581311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6" name="Google Shape;2496;p35"/>
            <p:cNvSpPr/>
            <p:nvPr/>
          </p:nvSpPr>
          <p:spPr>
            <a:xfrm rot="-5400000">
              <a:off x="8064107" y="3895031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7" name="Google Shape;2497;p35"/>
            <p:cNvSpPr/>
            <p:nvPr/>
          </p:nvSpPr>
          <p:spPr>
            <a:xfrm rot="-5400000">
              <a:off x="8064107" y="485406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8" name="Google Shape;2498;p35"/>
            <p:cNvSpPr/>
            <p:nvPr/>
          </p:nvSpPr>
          <p:spPr>
            <a:xfrm rot="-5400000">
              <a:off x="8064107" y="581311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99" name="Google Shape;2499;p35"/>
          <p:cNvSpPr/>
          <p:nvPr/>
        </p:nvSpPr>
        <p:spPr>
          <a:xfrm>
            <a:off x="1238289" y="2620086"/>
            <a:ext cx="150600" cy="150600"/>
          </a:xfrm>
          <a:prstGeom prst="ellipse">
            <a:avLst/>
          </a:prstGeom>
          <a:solidFill>
            <a:schemeClr val="accent1"/>
          </a:solid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285750" algn="bl" rotWithShape="0">
              <a:schemeClr val="accent1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00" name="Google Shape;2500;p35"/>
          <p:cNvGrpSpPr/>
          <p:nvPr/>
        </p:nvGrpSpPr>
        <p:grpSpPr>
          <a:xfrm>
            <a:off x="824987" y="359239"/>
            <a:ext cx="117523" cy="719798"/>
            <a:chOff x="824987" y="359239"/>
            <a:chExt cx="117523" cy="719798"/>
          </a:xfrm>
        </p:grpSpPr>
        <p:sp>
          <p:nvSpPr>
            <p:cNvPr id="2501" name="Google Shape;2501;p35"/>
            <p:cNvSpPr/>
            <p:nvPr/>
          </p:nvSpPr>
          <p:spPr>
            <a:xfrm rot="-5400000">
              <a:off x="824987" y="35923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2" name="Google Shape;2502;p35"/>
            <p:cNvSpPr/>
            <p:nvPr/>
          </p:nvSpPr>
          <p:spPr>
            <a:xfrm rot="-5400000">
              <a:off x="824987" y="961514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3" name="Google Shape;2503;p35"/>
            <p:cNvSpPr/>
            <p:nvPr/>
          </p:nvSpPr>
          <p:spPr>
            <a:xfrm rot="-5400000">
              <a:off x="824987" y="76075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4" name="Google Shape;2504;p35"/>
            <p:cNvSpPr/>
            <p:nvPr/>
          </p:nvSpPr>
          <p:spPr>
            <a:xfrm rot="-5400000">
              <a:off x="824987" y="55999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5" name="Google Shape;2505;p35"/>
            <p:cNvSpPr/>
            <p:nvPr/>
          </p:nvSpPr>
          <p:spPr>
            <a:xfrm rot="-5400000">
              <a:off x="824987" y="35923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6" name="Google Shape;2506;p35"/>
            <p:cNvSpPr/>
            <p:nvPr/>
          </p:nvSpPr>
          <p:spPr>
            <a:xfrm rot="-5400000">
              <a:off x="824987" y="961514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7" name="Google Shape;2507;p35"/>
            <p:cNvSpPr/>
            <p:nvPr/>
          </p:nvSpPr>
          <p:spPr>
            <a:xfrm rot="-5400000">
              <a:off x="824987" y="76075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8" name="Google Shape;2508;p35"/>
            <p:cNvSpPr/>
            <p:nvPr/>
          </p:nvSpPr>
          <p:spPr>
            <a:xfrm rot="-5400000">
              <a:off x="824987" y="55999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09" name="Google Shape;2509;p35"/>
          <p:cNvSpPr/>
          <p:nvPr/>
        </p:nvSpPr>
        <p:spPr>
          <a:xfrm>
            <a:off x="577225" y="-591925"/>
            <a:ext cx="676500" cy="3240600"/>
          </a:xfrm>
          <a:custGeom>
            <a:avLst/>
            <a:gdLst/>
            <a:ahLst/>
            <a:cxnLst/>
            <a:rect l="l" t="t" r="r" b="b"/>
            <a:pathLst>
              <a:path w="27060" h="129624" extrusionOk="0">
                <a:moveTo>
                  <a:pt x="0" y="0"/>
                </a:moveTo>
                <a:lnTo>
                  <a:pt x="0" y="101874"/>
                </a:lnTo>
                <a:lnTo>
                  <a:pt x="27060" y="129624"/>
                </a:lnTo>
              </a:path>
            </a:pathLst>
          </a:cu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28588" algn="bl" rotWithShape="0">
              <a:schemeClr val="accent1"/>
            </a:outerShdw>
          </a:effectLst>
        </p:spPr>
      </p:sp>
      <p:sp>
        <p:nvSpPr>
          <p:cNvPr id="2510" name="Google Shape;2510;p35"/>
          <p:cNvSpPr/>
          <p:nvPr/>
        </p:nvSpPr>
        <p:spPr>
          <a:xfrm>
            <a:off x="1238289" y="2620086"/>
            <a:ext cx="150600" cy="150600"/>
          </a:xfrm>
          <a:prstGeom prst="ellipse">
            <a:avLst/>
          </a:prstGeom>
          <a:solidFill>
            <a:schemeClr val="accent1"/>
          </a:solid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285750" algn="bl" rotWithShape="0">
              <a:schemeClr val="accent1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511" name="Google Shape;2511;p35"/>
          <p:cNvCxnSpPr/>
          <p:nvPr/>
        </p:nvCxnSpPr>
        <p:spPr>
          <a:xfrm rot="10800000">
            <a:off x="8860050" y="3165000"/>
            <a:ext cx="0" cy="230040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28588" algn="bl" rotWithShape="0">
              <a:schemeClr val="accent1"/>
            </a:outerShdw>
          </a:effectLst>
        </p:spPr>
      </p:cxnSp>
      <p:grpSp>
        <p:nvGrpSpPr>
          <p:cNvPr id="2512" name="Google Shape;2512;p35"/>
          <p:cNvGrpSpPr/>
          <p:nvPr/>
        </p:nvGrpSpPr>
        <p:grpSpPr>
          <a:xfrm>
            <a:off x="8202950" y="1983213"/>
            <a:ext cx="237939" cy="3223487"/>
            <a:chOff x="8202950" y="1983213"/>
            <a:chExt cx="237939" cy="3223487"/>
          </a:xfrm>
        </p:grpSpPr>
        <p:sp>
          <p:nvSpPr>
            <p:cNvPr id="2513" name="Google Shape;2513;p35"/>
            <p:cNvSpPr/>
            <p:nvPr/>
          </p:nvSpPr>
          <p:spPr>
            <a:xfrm>
              <a:off x="8202950" y="2093625"/>
              <a:ext cx="182750" cy="3113075"/>
            </a:xfrm>
            <a:custGeom>
              <a:avLst/>
              <a:gdLst/>
              <a:ahLst/>
              <a:cxnLst/>
              <a:rect l="l" t="t" r="r" b="b"/>
              <a:pathLst>
                <a:path w="7310" h="124523" extrusionOk="0">
                  <a:moveTo>
                    <a:pt x="6787" y="124523"/>
                  </a:moveTo>
                  <a:lnTo>
                    <a:pt x="7236" y="67122"/>
                  </a:lnTo>
                  <a:lnTo>
                    <a:pt x="0" y="57280"/>
                  </a:lnTo>
                  <a:lnTo>
                    <a:pt x="0" y="33256"/>
                  </a:lnTo>
                  <a:lnTo>
                    <a:pt x="7310" y="23088"/>
                  </a:lnTo>
                  <a:lnTo>
                    <a:pt x="7253" y="0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</p:sp>
        <p:sp>
          <p:nvSpPr>
            <p:cNvPr id="2514" name="Google Shape;2514;p35"/>
            <p:cNvSpPr/>
            <p:nvPr/>
          </p:nvSpPr>
          <p:spPr>
            <a:xfrm>
              <a:off x="8330489" y="1983213"/>
              <a:ext cx="110400" cy="1104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5" name="Google Shape;2515;p35"/>
            <p:cNvSpPr/>
            <p:nvPr/>
          </p:nvSpPr>
          <p:spPr>
            <a:xfrm>
              <a:off x="8202950" y="2093625"/>
              <a:ext cx="182750" cy="3113075"/>
            </a:xfrm>
            <a:custGeom>
              <a:avLst/>
              <a:gdLst/>
              <a:ahLst/>
              <a:cxnLst/>
              <a:rect l="l" t="t" r="r" b="b"/>
              <a:pathLst>
                <a:path w="7310" h="124523" extrusionOk="0">
                  <a:moveTo>
                    <a:pt x="6787" y="124523"/>
                  </a:moveTo>
                  <a:lnTo>
                    <a:pt x="7236" y="67122"/>
                  </a:lnTo>
                  <a:lnTo>
                    <a:pt x="0" y="57280"/>
                  </a:lnTo>
                  <a:lnTo>
                    <a:pt x="0" y="33256"/>
                  </a:lnTo>
                  <a:lnTo>
                    <a:pt x="7310" y="23088"/>
                  </a:lnTo>
                  <a:lnTo>
                    <a:pt x="7253" y="0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</p:sp>
        <p:sp>
          <p:nvSpPr>
            <p:cNvPr id="2516" name="Google Shape;2516;p35"/>
            <p:cNvSpPr/>
            <p:nvPr/>
          </p:nvSpPr>
          <p:spPr>
            <a:xfrm>
              <a:off x="8330489" y="1983213"/>
              <a:ext cx="110400" cy="1104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17" name="Google Shape;2517;p35"/>
          <p:cNvGrpSpPr/>
          <p:nvPr/>
        </p:nvGrpSpPr>
        <p:grpSpPr>
          <a:xfrm>
            <a:off x="7704114" y="-97112"/>
            <a:ext cx="261061" cy="3913266"/>
            <a:chOff x="7704114" y="-97112"/>
            <a:chExt cx="261061" cy="3913266"/>
          </a:xfrm>
        </p:grpSpPr>
        <p:sp>
          <p:nvSpPr>
            <p:cNvPr id="2518" name="Google Shape;2518;p35"/>
            <p:cNvSpPr/>
            <p:nvPr/>
          </p:nvSpPr>
          <p:spPr>
            <a:xfrm>
              <a:off x="7779425" y="-97112"/>
              <a:ext cx="185750" cy="3804950"/>
            </a:xfrm>
            <a:custGeom>
              <a:avLst/>
              <a:gdLst/>
              <a:ahLst/>
              <a:cxnLst/>
              <a:rect l="l" t="t" r="r" b="b"/>
              <a:pathLst>
                <a:path w="7430" h="152198" extrusionOk="0">
                  <a:moveTo>
                    <a:pt x="7366" y="0"/>
                  </a:moveTo>
                  <a:lnTo>
                    <a:pt x="7430" y="96755"/>
                  </a:lnTo>
                  <a:lnTo>
                    <a:pt x="0" y="107019"/>
                  </a:lnTo>
                  <a:lnTo>
                    <a:pt x="8" y="152198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</p:sp>
        <p:sp>
          <p:nvSpPr>
            <p:cNvPr id="2519" name="Google Shape;2519;p35"/>
            <p:cNvSpPr/>
            <p:nvPr/>
          </p:nvSpPr>
          <p:spPr>
            <a:xfrm>
              <a:off x="7704114" y="3665554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0" name="Google Shape;2520;p35"/>
            <p:cNvSpPr/>
            <p:nvPr/>
          </p:nvSpPr>
          <p:spPr>
            <a:xfrm>
              <a:off x="7779425" y="-97112"/>
              <a:ext cx="185750" cy="3804950"/>
            </a:xfrm>
            <a:custGeom>
              <a:avLst/>
              <a:gdLst/>
              <a:ahLst/>
              <a:cxnLst/>
              <a:rect l="l" t="t" r="r" b="b"/>
              <a:pathLst>
                <a:path w="7430" h="152198" extrusionOk="0">
                  <a:moveTo>
                    <a:pt x="7366" y="0"/>
                  </a:moveTo>
                  <a:lnTo>
                    <a:pt x="7430" y="96755"/>
                  </a:lnTo>
                  <a:lnTo>
                    <a:pt x="0" y="107019"/>
                  </a:lnTo>
                  <a:lnTo>
                    <a:pt x="8" y="152198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</p:sp>
        <p:sp>
          <p:nvSpPr>
            <p:cNvPr id="2521" name="Google Shape;2521;p35"/>
            <p:cNvSpPr/>
            <p:nvPr/>
          </p:nvSpPr>
          <p:spPr>
            <a:xfrm>
              <a:off x="7704114" y="3665554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10">
    <p:spTree>
      <p:nvGrpSpPr>
        <p:cNvPr id="1" name="Shape 2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3" name="Google Shape;2523;p36"/>
          <p:cNvSpPr/>
          <p:nvPr/>
        </p:nvSpPr>
        <p:spPr>
          <a:xfrm rot="10800000">
            <a:off x="7982776" y="-544214"/>
            <a:ext cx="267975" cy="1554325"/>
          </a:xfrm>
          <a:custGeom>
            <a:avLst/>
            <a:gdLst/>
            <a:ahLst/>
            <a:cxnLst/>
            <a:rect l="l" t="t" r="r" b="b"/>
            <a:pathLst>
              <a:path w="10719" h="62173" extrusionOk="0">
                <a:moveTo>
                  <a:pt x="0" y="0"/>
                </a:moveTo>
                <a:lnTo>
                  <a:pt x="0" y="51453"/>
                </a:lnTo>
                <a:lnTo>
                  <a:pt x="10719" y="62173"/>
                </a:lnTo>
              </a:path>
            </a:pathLst>
          </a:cu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28588" algn="bl" rotWithShape="0">
              <a:schemeClr val="accent1"/>
            </a:outerShdw>
          </a:effectLst>
        </p:spPr>
      </p:sp>
      <p:grpSp>
        <p:nvGrpSpPr>
          <p:cNvPr id="2524" name="Google Shape;2524;p36"/>
          <p:cNvGrpSpPr/>
          <p:nvPr/>
        </p:nvGrpSpPr>
        <p:grpSpPr>
          <a:xfrm>
            <a:off x="-2459612" y="638961"/>
            <a:ext cx="3769563" cy="11358057"/>
            <a:chOff x="-2722250" y="-1079764"/>
            <a:chExt cx="3769563" cy="11358057"/>
          </a:xfrm>
        </p:grpSpPr>
        <p:sp>
          <p:nvSpPr>
            <p:cNvPr id="2525" name="Google Shape;2525;p36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dist="190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6" name="Google Shape;2526;p36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7" name="Google Shape;2527;p36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8" name="Google Shape;2528;p36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9" name="Google Shape;2529;p36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0" name="Google Shape;2530;p36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1" name="Google Shape;2531;p36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2" name="Google Shape;2532;p36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3" name="Google Shape;2533;p36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4" name="Google Shape;2534;p36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5" name="Google Shape;2535;p36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6" name="Google Shape;2536;p36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7" name="Google Shape;2537;p36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8" name="Google Shape;2538;p36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39" name="Google Shape;2539;p36"/>
          <p:cNvGrpSpPr/>
          <p:nvPr/>
        </p:nvGrpSpPr>
        <p:grpSpPr>
          <a:xfrm>
            <a:off x="-444950" y="2746461"/>
            <a:ext cx="1158175" cy="2819114"/>
            <a:chOff x="-444950" y="2746461"/>
            <a:chExt cx="1158175" cy="2819114"/>
          </a:xfrm>
        </p:grpSpPr>
        <p:sp>
          <p:nvSpPr>
            <p:cNvPr id="2540" name="Google Shape;2540;p36"/>
            <p:cNvSpPr/>
            <p:nvPr/>
          </p:nvSpPr>
          <p:spPr>
            <a:xfrm>
              <a:off x="248038" y="2856850"/>
              <a:ext cx="267975" cy="1554325"/>
            </a:xfrm>
            <a:custGeom>
              <a:avLst/>
              <a:gdLst/>
              <a:ahLst/>
              <a:cxnLst/>
              <a:rect l="l" t="t" r="r" b="b"/>
              <a:pathLst>
                <a:path w="10719" h="62173" extrusionOk="0">
                  <a:moveTo>
                    <a:pt x="0" y="0"/>
                  </a:moveTo>
                  <a:lnTo>
                    <a:pt x="0" y="51453"/>
                  </a:lnTo>
                  <a:lnTo>
                    <a:pt x="10719" y="62173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</p:sp>
        <p:sp>
          <p:nvSpPr>
            <p:cNvPr id="2541" name="Google Shape;2541;p36"/>
            <p:cNvSpPr/>
            <p:nvPr/>
          </p:nvSpPr>
          <p:spPr>
            <a:xfrm>
              <a:off x="-438775" y="4411175"/>
              <a:ext cx="1152000" cy="1154400"/>
            </a:xfrm>
            <a:prstGeom prst="rect">
              <a:avLst/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2" name="Google Shape;2542;p36"/>
            <p:cNvSpPr/>
            <p:nvPr/>
          </p:nvSpPr>
          <p:spPr>
            <a:xfrm>
              <a:off x="-254275" y="4596125"/>
              <a:ext cx="783000" cy="784500"/>
            </a:xfrm>
            <a:prstGeom prst="rect">
              <a:avLst/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3" name="Google Shape;2543;p36"/>
            <p:cNvSpPr/>
            <p:nvPr/>
          </p:nvSpPr>
          <p:spPr>
            <a:xfrm>
              <a:off x="241863" y="2856850"/>
              <a:ext cx="267975" cy="1554325"/>
            </a:xfrm>
            <a:custGeom>
              <a:avLst/>
              <a:gdLst/>
              <a:ahLst/>
              <a:cxnLst/>
              <a:rect l="l" t="t" r="r" b="b"/>
              <a:pathLst>
                <a:path w="10719" h="62173" extrusionOk="0">
                  <a:moveTo>
                    <a:pt x="0" y="0"/>
                  </a:moveTo>
                  <a:lnTo>
                    <a:pt x="0" y="51453"/>
                  </a:lnTo>
                  <a:lnTo>
                    <a:pt x="10719" y="62173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</p:sp>
        <p:sp>
          <p:nvSpPr>
            <p:cNvPr id="2544" name="Google Shape;2544;p36"/>
            <p:cNvSpPr/>
            <p:nvPr/>
          </p:nvSpPr>
          <p:spPr>
            <a:xfrm>
              <a:off x="-444950" y="4411175"/>
              <a:ext cx="1152000" cy="1154400"/>
            </a:xfrm>
            <a:prstGeom prst="rect">
              <a:avLst/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5" name="Google Shape;2545;p36"/>
            <p:cNvSpPr/>
            <p:nvPr/>
          </p:nvSpPr>
          <p:spPr>
            <a:xfrm>
              <a:off x="-260450" y="4596125"/>
              <a:ext cx="783000" cy="784500"/>
            </a:xfrm>
            <a:prstGeom prst="rect">
              <a:avLst/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6" name="Google Shape;2546;p36"/>
            <p:cNvSpPr/>
            <p:nvPr/>
          </p:nvSpPr>
          <p:spPr>
            <a:xfrm>
              <a:off x="189739" y="2746461"/>
              <a:ext cx="110400" cy="1104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7" name="Google Shape;2547;p36"/>
            <p:cNvSpPr/>
            <p:nvPr/>
          </p:nvSpPr>
          <p:spPr>
            <a:xfrm>
              <a:off x="189739" y="2746461"/>
              <a:ext cx="110400" cy="1104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48" name="Google Shape;2548;p36"/>
          <p:cNvGrpSpPr/>
          <p:nvPr/>
        </p:nvGrpSpPr>
        <p:grpSpPr>
          <a:xfrm>
            <a:off x="8118013" y="1690211"/>
            <a:ext cx="3769563" cy="11358057"/>
            <a:chOff x="-2722250" y="-1079764"/>
            <a:chExt cx="3769563" cy="11358057"/>
          </a:xfrm>
        </p:grpSpPr>
        <p:sp>
          <p:nvSpPr>
            <p:cNvPr id="2549" name="Google Shape;2549;p36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dist="190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0" name="Google Shape;2550;p36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1" name="Google Shape;2551;p36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2" name="Google Shape;2552;p36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3" name="Google Shape;2553;p36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4" name="Google Shape;2554;p36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5" name="Google Shape;2555;p36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6" name="Google Shape;2556;p36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7" name="Google Shape;2557;p36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8" name="Google Shape;2558;p36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9" name="Google Shape;2559;p36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0" name="Google Shape;2560;p36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1" name="Google Shape;2561;p36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2" name="Google Shape;2562;p36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63" name="Google Shape;2563;p36"/>
          <p:cNvGrpSpPr/>
          <p:nvPr/>
        </p:nvGrpSpPr>
        <p:grpSpPr>
          <a:xfrm rot="-5400000" flipH="1">
            <a:off x="14326746" y="-8155174"/>
            <a:ext cx="5570272" cy="18162622"/>
            <a:chOff x="-3170262" y="3452177"/>
            <a:chExt cx="3721951" cy="12135923"/>
          </a:xfrm>
        </p:grpSpPr>
        <p:sp>
          <p:nvSpPr>
            <p:cNvPr id="2564" name="Google Shape;2564;p36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5" name="Google Shape;2565;p36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6" name="Google Shape;2566;p36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7" name="Google Shape;2567;p36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8" name="Google Shape;2568;p36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9" name="Google Shape;2569;p36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0" name="Google Shape;2570;p36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1" name="Google Shape;2571;p36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2" name="Google Shape;2572;p36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3" name="Google Shape;2573;p36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4" name="Google Shape;2574;p36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5" name="Google Shape;2575;p36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6" name="Google Shape;2576;p36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7" name="Google Shape;2577;p36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8" name="Google Shape;2578;p36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9" name="Google Shape;2579;p36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0" name="Google Shape;2580;p36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1" name="Google Shape;2581;p36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2" name="Google Shape;2582;p36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3" name="Google Shape;2583;p36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4" name="Google Shape;2584;p36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5" name="Google Shape;2585;p36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6" name="Google Shape;2586;p36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7" name="Google Shape;2587;p36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8" name="Google Shape;2588;p36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9" name="Google Shape;2589;p36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0" name="Google Shape;2590;p36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1" name="Google Shape;2591;p36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2" name="Google Shape;2592;p36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3" name="Google Shape;2593;p36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4" name="Google Shape;2594;p36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5" name="Google Shape;2595;p36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6" name="Google Shape;2596;p36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7" name="Google Shape;2597;p36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8" name="Google Shape;2598;p36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9" name="Google Shape;2599;p36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0" name="Google Shape;2600;p36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1" name="Google Shape;2601;p36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2" name="Google Shape;2602;p36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3" name="Google Shape;2603;p36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4" name="Google Shape;2604;p36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5" name="Google Shape;2605;p36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6" name="Google Shape;2606;p36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7" name="Google Shape;2607;p36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8" name="Google Shape;2608;p36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9" name="Google Shape;2609;p36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0" name="Google Shape;2610;p36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1" name="Google Shape;2611;p36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2" name="Google Shape;2612;p36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3" name="Google Shape;2613;p36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4" name="Google Shape;2614;p36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5" name="Google Shape;2615;p36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6" name="Google Shape;2616;p36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7" name="Google Shape;2617;p36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8" name="Google Shape;2618;p36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9" name="Google Shape;2619;p36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20" name="Google Shape;2620;p36"/>
          <p:cNvSpPr/>
          <p:nvPr/>
        </p:nvSpPr>
        <p:spPr>
          <a:xfrm rot="10800000">
            <a:off x="7982776" y="-544214"/>
            <a:ext cx="267975" cy="1554325"/>
          </a:xfrm>
          <a:custGeom>
            <a:avLst/>
            <a:gdLst/>
            <a:ahLst/>
            <a:cxnLst/>
            <a:rect l="l" t="t" r="r" b="b"/>
            <a:pathLst>
              <a:path w="10719" h="62173" extrusionOk="0">
                <a:moveTo>
                  <a:pt x="0" y="0"/>
                </a:moveTo>
                <a:lnTo>
                  <a:pt x="0" y="51453"/>
                </a:lnTo>
                <a:lnTo>
                  <a:pt x="10719" y="62173"/>
                </a:lnTo>
              </a:path>
            </a:pathLst>
          </a:cu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28588" algn="bl" rotWithShape="0">
              <a:schemeClr val="accent1"/>
            </a:outerShdw>
          </a:effectLst>
        </p:spPr>
      </p:sp>
      <p:grpSp>
        <p:nvGrpSpPr>
          <p:cNvPr id="2621" name="Google Shape;2621;p36"/>
          <p:cNvGrpSpPr/>
          <p:nvPr/>
        </p:nvGrpSpPr>
        <p:grpSpPr>
          <a:xfrm>
            <a:off x="8342610" y="-1257510"/>
            <a:ext cx="1632765" cy="4501735"/>
            <a:chOff x="8342610" y="-1257510"/>
            <a:chExt cx="1632765" cy="4501735"/>
          </a:xfrm>
        </p:grpSpPr>
        <p:sp>
          <p:nvSpPr>
            <p:cNvPr id="2622" name="Google Shape;2622;p36"/>
            <p:cNvSpPr/>
            <p:nvPr/>
          </p:nvSpPr>
          <p:spPr>
            <a:xfrm>
              <a:off x="8560275" y="1826425"/>
              <a:ext cx="1415100" cy="1417800"/>
            </a:xfrm>
            <a:prstGeom prst="rect">
              <a:avLst/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3" name="Google Shape;2623;p36"/>
            <p:cNvSpPr/>
            <p:nvPr/>
          </p:nvSpPr>
          <p:spPr>
            <a:xfrm rot="10800000">
              <a:off x="8342610" y="-1257510"/>
              <a:ext cx="531689" cy="3083936"/>
            </a:xfrm>
            <a:custGeom>
              <a:avLst/>
              <a:gdLst/>
              <a:ahLst/>
              <a:cxnLst/>
              <a:rect l="l" t="t" r="r" b="b"/>
              <a:pathLst>
                <a:path w="10719" h="62173" extrusionOk="0">
                  <a:moveTo>
                    <a:pt x="0" y="0"/>
                  </a:moveTo>
                  <a:lnTo>
                    <a:pt x="0" y="51453"/>
                  </a:lnTo>
                  <a:lnTo>
                    <a:pt x="10719" y="62173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</p:sp>
        <p:sp>
          <p:nvSpPr>
            <p:cNvPr id="2624" name="Google Shape;2624;p36"/>
            <p:cNvSpPr/>
            <p:nvPr/>
          </p:nvSpPr>
          <p:spPr>
            <a:xfrm rot="10800000">
              <a:off x="8342610" y="-1257510"/>
              <a:ext cx="531689" cy="3083936"/>
            </a:xfrm>
            <a:custGeom>
              <a:avLst/>
              <a:gdLst/>
              <a:ahLst/>
              <a:cxnLst/>
              <a:rect l="l" t="t" r="r" b="b"/>
              <a:pathLst>
                <a:path w="10719" h="62173" extrusionOk="0">
                  <a:moveTo>
                    <a:pt x="0" y="0"/>
                  </a:moveTo>
                  <a:lnTo>
                    <a:pt x="0" y="51453"/>
                  </a:lnTo>
                  <a:lnTo>
                    <a:pt x="10719" y="62173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</p:sp>
        <p:sp>
          <p:nvSpPr>
            <p:cNvPr id="2625" name="Google Shape;2625;p36"/>
            <p:cNvSpPr/>
            <p:nvPr/>
          </p:nvSpPr>
          <p:spPr>
            <a:xfrm>
              <a:off x="8560275" y="1826425"/>
              <a:ext cx="1415100" cy="1417800"/>
            </a:xfrm>
            <a:prstGeom prst="rect">
              <a:avLst/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26" name="Google Shape;2626;p36"/>
          <p:cNvSpPr/>
          <p:nvPr/>
        </p:nvSpPr>
        <p:spPr>
          <a:xfrm rot="10800000">
            <a:off x="8193774" y="1010100"/>
            <a:ext cx="110400" cy="110400"/>
          </a:xfrm>
          <a:prstGeom prst="ellipse">
            <a:avLst/>
          </a:prstGeom>
          <a:solidFill>
            <a:schemeClr val="accent1"/>
          </a:solid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285750" algn="bl" rotWithShape="0">
              <a:schemeClr val="accent1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7" name="Google Shape;2627;p36"/>
          <p:cNvSpPr/>
          <p:nvPr/>
        </p:nvSpPr>
        <p:spPr>
          <a:xfrm rot="10800000">
            <a:off x="8193774" y="1010100"/>
            <a:ext cx="110400" cy="110400"/>
          </a:xfrm>
          <a:prstGeom prst="ellipse">
            <a:avLst/>
          </a:prstGeom>
          <a:solidFill>
            <a:schemeClr val="accent1"/>
          </a:solid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285750" algn="bl" rotWithShape="0">
              <a:schemeClr val="accent1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 header 1">
    <p:spTree>
      <p:nvGrpSpPr>
        <p:cNvPr id="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p15"/>
          <p:cNvSpPr txBox="1">
            <a:spLocks noGrp="1"/>
          </p:cNvSpPr>
          <p:nvPr>
            <p:ph type="title"/>
          </p:nvPr>
        </p:nvSpPr>
        <p:spPr>
          <a:xfrm>
            <a:off x="3039400" y="1812550"/>
            <a:ext cx="4730400" cy="681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>
            <a:endParaRPr/>
          </a:p>
        </p:txBody>
      </p:sp>
      <p:sp>
        <p:nvSpPr>
          <p:cNvPr id="923" name="Google Shape;923;p15"/>
          <p:cNvSpPr txBox="1">
            <a:spLocks noGrp="1"/>
          </p:cNvSpPr>
          <p:nvPr>
            <p:ph type="subTitle" idx="1"/>
          </p:nvPr>
        </p:nvSpPr>
        <p:spPr>
          <a:xfrm>
            <a:off x="3039400" y="2854350"/>
            <a:ext cx="4133400" cy="41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924" name="Google Shape;924;p15"/>
          <p:cNvSpPr txBox="1">
            <a:spLocks noGrp="1"/>
          </p:cNvSpPr>
          <p:nvPr>
            <p:ph type="title" idx="2" hasCustomPrompt="1"/>
          </p:nvPr>
        </p:nvSpPr>
        <p:spPr>
          <a:xfrm>
            <a:off x="1624100" y="2159377"/>
            <a:ext cx="1076400" cy="82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grpSp>
        <p:nvGrpSpPr>
          <p:cNvPr id="925" name="Google Shape;925;p15"/>
          <p:cNvGrpSpPr/>
          <p:nvPr/>
        </p:nvGrpSpPr>
        <p:grpSpPr>
          <a:xfrm rot="5400000" flipH="1">
            <a:off x="3245125" y="-6666529"/>
            <a:ext cx="3721951" cy="12135923"/>
            <a:chOff x="-3170262" y="3452177"/>
            <a:chExt cx="3721951" cy="12135923"/>
          </a:xfrm>
        </p:grpSpPr>
        <p:sp>
          <p:nvSpPr>
            <p:cNvPr id="926" name="Google Shape;926;p15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15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Google Shape;928;p15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Google Shape;929;p15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15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15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15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15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15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15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15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15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15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15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15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15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15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15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15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15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15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15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15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15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15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15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15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15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15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15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15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15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15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15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15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15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15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15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15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15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15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15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15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15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15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15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15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15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15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15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15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15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15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15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15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15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82" name="Google Shape;982;p15"/>
          <p:cNvGrpSpPr/>
          <p:nvPr/>
        </p:nvGrpSpPr>
        <p:grpSpPr>
          <a:xfrm>
            <a:off x="-2507408" y="4010131"/>
            <a:ext cx="13681471" cy="3721951"/>
            <a:chOff x="-2507408" y="4010131"/>
            <a:chExt cx="13681471" cy="3721951"/>
          </a:xfrm>
        </p:grpSpPr>
        <p:sp>
          <p:nvSpPr>
            <p:cNvPr id="983" name="Google Shape;983;p15"/>
            <p:cNvSpPr/>
            <p:nvPr/>
          </p:nvSpPr>
          <p:spPr>
            <a:xfrm rot="-5400000">
              <a:off x="5294072" y="184294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15"/>
            <p:cNvSpPr/>
            <p:nvPr/>
          </p:nvSpPr>
          <p:spPr>
            <a:xfrm rot="-5400000">
              <a:off x="6009117" y="6527890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15"/>
            <p:cNvSpPr/>
            <p:nvPr/>
          </p:nvSpPr>
          <p:spPr>
            <a:xfrm rot="-5400000">
              <a:off x="7837772" y="7349837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15"/>
            <p:cNvSpPr/>
            <p:nvPr/>
          </p:nvSpPr>
          <p:spPr>
            <a:xfrm rot="-5400000">
              <a:off x="1414655" y="4861593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15"/>
            <p:cNvSpPr/>
            <p:nvPr/>
          </p:nvSpPr>
          <p:spPr>
            <a:xfrm rot="-5400000">
              <a:off x="4633252" y="4074752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15"/>
            <p:cNvSpPr/>
            <p:nvPr/>
          </p:nvSpPr>
          <p:spPr>
            <a:xfrm rot="-5400000">
              <a:off x="4844935" y="4074752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15"/>
            <p:cNvSpPr/>
            <p:nvPr/>
          </p:nvSpPr>
          <p:spPr>
            <a:xfrm rot="-5400000">
              <a:off x="5058986" y="4074809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15"/>
            <p:cNvSpPr/>
            <p:nvPr/>
          </p:nvSpPr>
          <p:spPr>
            <a:xfrm rot="-5400000">
              <a:off x="5270612" y="4074752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15"/>
            <p:cNvSpPr/>
            <p:nvPr/>
          </p:nvSpPr>
          <p:spPr>
            <a:xfrm rot="-5400000">
              <a:off x="5482295" y="4074752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15"/>
            <p:cNvSpPr/>
            <p:nvPr/>
          </p:nvSpPr>
          <p:spPr>
            <a:xfrm rot="-5400000">
              <a:off x="6394794" y="3705606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15"/>
            <p:cNvSpPr/>
            <p:nvPr/>
          </p:nvSpPr>
          <p:spPr>
            <a:xfrm rot="-5400000">
              <a:off x="526836" y="6351425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15"/>
            <p:cNvSpPr/>
            <p:nvPr/>
          </p:nvSpPr>
          <p:spPr>
            <a:xfrm rot="10800000" flipH="1">
              <a:off x="8072788" y="4010131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15"/>
            <p:cNvSpPr/>
            <p:nvPr/>
          </p:nvSpPr>
          <p:spPr>
            <a:xfrm rot="10800000" flipH="1">
              <a:off x="7051306" y="4011281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15"/>
            <p:cNvSpPr/>
            <p:nvPr/>
          </p:nvSpPr>
          <p:spPr>
            <a:xfrm rot="10800000" flipH="1">
              <a:off x="11056539" y="4996931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15"/>
            <p:cNvSpPr/>
            <p:nvPr/>
          </p:nvSpPr>
          <p:spPr>
            <a:xfrm rot="10800000" flipH="1">
              <a:off x="11056539" y="42864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15"/>
            <p:cNvSpPr/>
            <p:nvPr/>
          </p:nvSpPr>
          <p:spPr>
            <a:xfrm rot="10800000" flipH="1">
              <a:off x="11056539" y="452326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15"/>
            <p:cNvSpPr/>
            <p:nvPr/>
          </p:nvSpPr>
          <p:spPr>
            <a:xfrm rot="10800000" flipH="1">
              <a:off x="11056539" y="476009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15"/>
            <p:cNvSpPr/>
            <p:nvPr/>
          </p:nvSpPr>
          <p:spPr>
            <a:xfrm rot="10800000" flipH="1">
              <a:off x="5481164" y="7463931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15"/>
            <p:cNvSpPr/>
            <p:nvPr/>
          </p:nvSpPr>
          <p:spPr>
            <a:xfrm rot="10800000" flipH="1">
              <a:off x="2956571" y="408659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15"/>
            <p:cNvSpPr/>
            <p:nvPr/>
          </p:nvSpPr>
          <p:spPr>
            <a:xfrm rot="10800000" flipH="1">
              <a:off x="1770967" y="408659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15"/>
            <p:cNvSpPr/>
            <p:nvPr/>
          </p:nvSpPr>
          <p:spPr>
            <a:xfrm rot="10800000" flipH="1">
              <a:off x="2008088" y="408659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15"/>
            <p:cNvSpPr/>
            <p:nvPr/>
          </p:nvSpPr>
          <p:spPr>
            <a:xfrm rot="10800000" flipH="1">
              <a:off x="2245208" y="408659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15"/>
            <p:cNvSpPr/>
            <p:nvPr/>
          </p:nvSpPr>
          <p:spPr>
            <a:xfrm rot="10800000" flipH="1">
              <a:off x="2482329" y="408659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15"/>
            <p:cNvSpPr/>
            <p:nvPr/>
          </p:nvSpPr>
          <p:spPr>
            <a:xfrm rot="10800000" flipH="1">
              <a:off x="2719450" y="408659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15"/>
            <p:cNvSpPr/>
            <p:nvPr/>
          </p:nvSpPr>
          <p:spPr>
            <a:xfrm rot="-5400000">
              <a:off x="5294072" y="184294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15"/>
            <p:cNvSpPr/>
            <p:nvPr/>
          </p:nvSpPr>
          <p:spPr>
            <a:xfrm rot="-5400000">
              <a:off x="6009117" y="6527890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15"/>
            <p:cNvSpPr/>
            <p:nvPr/>
          </p:nvSpPr>
          <p:spPr>
            <a:xfrm rot="-5400000">
              <a:off x="7837772" y="7349837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15"/>
            <p:cNvSpPr/>
            <p:nvPr/>
          </p:nvSpPr>
          <p:spPr>
            <a:xfrm rot="-5400000">
              <a:off x="1414655" y="4861593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15"/>
            <p:cNvSpPr/>
            <p:nvPr/>
          </p:nvSpPr>
          <p:spPr>
            <a:xfrm rot="-5400000">
              <a:off x="4633252" y="4074752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15"/>
            <p:cNvSpPr/>
            <p:nvPr/>
          </p:nvSpPr>
          <p:spPr>
            <a:xfrm rot="-5400000">
              <a:off x="4844935" y="4074752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15"/>
            <p:cNvSpPr/>
            <p:nvPr/>
          </p:nvSpPr>
          <p:spPr>
            <a:xfrm rot="-5400000">
              <a:off x="5058986" y="4074809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15"/>
            <p:cNvSpPr/>
            <p:nvPr/>
          </p:nvSpPr>
          <p:spPr>
            <a:xfrm rot="-5400000">
              <a:off x="5270612" y="4074752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15"/>
            <p:cNvSpPr/>
            <p:nvPr/>
          </p:nvSpPr>
          <p:spPr>
            <a:xfrm rot="-5400000">
              <a:off x="5482295" y="4074752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15"/>
            <p:cNvSpPr/>
            <p:nvPr/>
          </p:nvSpPr>
          <p:spPr>
            <a:xfrm rot="-5400000">
              <a:off x="526836" y="6351425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15"/>
            <p:cNvSpPr/>
            <p:nvPr/>
          </p:nvSpPr>
          <p:spPr>
            <a:xfrm rot="10800000" flipH="1">
              <a:off x="8072788" y="4010131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15"/>
            <p:cNvSpPr/>
            <p:nvPr/>
          </p:nvSpPr>
          <p:spPr>
            <a:xfrm rot="10800000" flipH="1">
              <a:off x="7051306" y="4011281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15"/>
            <p:cNvSpPr/>
            <p:nvPr/>
          </p:nvSpPr>
          <p:spPr>
            <a:xfrm rot="10800000" flipH="1">
              <a:off x="11056539" y="4996931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15"/>
            <p:cNvSpPr/>
            <p:nvPr/>
          </p:nvSpPr>
          <p:spPr>
            <a:xfrm rot="10800000" flipH="1">
              <a:off x="11056539" y="42864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15"/>
            <p:cNvSpPr/>
            <p:nvPr/>
          </p:nvSpPr>
          <p:spPr>
            <a:xfrm rot="10800000" flipH="1">
              <a:off x="11056539" y="452326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15"/>
            <p:cNvSpPr/>
            <p:nvPr/>
          </p:nvSpPr>
          <p:spPr>
            <a:xfrm rot="10800000" flipH="1">
              <a:off x="11056539" y="476009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15"/>
            <p:cNvSpPr/>
            <p:nvPr/>
          </p:nvSpPr>
          <p:spPr>
            <a:xfrm rot="10800000" flipH="1">
              <a:off x="2956571" y="408659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15"/>
            <p:cNvSpPr/>
            <p:nvPr/>
          </p:nvSpPr>
          <p:spPr>
            <a:xfrm rot="10800000" flipH="1">
              <a:off x="1770967" y="408659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15"/>
            <p:cNvSpPr/>
            <p:nvPr/>
          </p:nvSpPr>
          <p:spPr>
            <a:xfrm rot="10800000" flipH="1">
              <a:off x="2008088" y="408659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15"/>
            <p:cNvSpPr/>
            <p:nvPr/>
          </p:nvSpPr>
          <p:spPr>
            <a:xfrm rot="10800000" flipH="1">
              <a:off x="2245208" y="408659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15"/>
            <p:cNvSpPr/>
            <p:nvPr/>
          </p:nvSpPr>
          <p:spPr>
            <a:xfrm rot="10800000" flipH="1">
              <a:off x="2482329" y="408659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15"/>
            <p:cNvSpPr/>
            <p:nvPr/>
          </p:nvSpPr>
          <p:spPr>
            <a:xfrm rot="10800000" flipH="1">
              <a:off x="2719450" y="408659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29" name="Google Shape;1029;p15"/>
            <p:cNvGrpSpPr/>
            <p:nvPr/>
          </p:nvGrpSpPr>
          <p:grpSpPr>
            <a:xfrm>
              <a:off x="-2507408" y="4560924"/>
              <a:ext cx="6876983" cy="300288"/>
              <a:chOff x="-2507408" y="4560924"/>
              <a:chExt cx="6876983" cy="300288"/>
            </a:xfrm>
          </p:grpSpPr>
          <p:sp>
            <p:nvSpPr>
              <p:cNvPr id="1030" name="Google Shape;1030;p15"/>
              <p:cNvSpPr/>
              <p:nvPr/>
            </p:nvSpPr>
            <p:spPr>
              <a:xfrm rot="-5400000">
                <a:off x="846319" y="1337956"/>
                <a:ext cx="169528" cy="6876983"/>
              </a:xfrm>
              <a:custGeom>
                <a:avLst/>
                <a:gdLst/>
                <a:ahLst/>
                <a:cxnLst/>
                <a:rect l="l" t="t" r="r" b="b"/>
                <a:pathLst>
                  <a:path w="1468" h="59550" fill="none" extrusionOk="0">
                    <a:moveTo>
                      <a:pt x="1467" y="59549"/>
                    </a:moveTo>
                    <a:lnTo>
                      <a:pt x="1467" y="12749"/>
                    </a:lnTo>
                    <a:lnTo>
                      <a:pt x="1" y="11303"/>
                    </a:lnTo>
                    <a:lnTo>
                      <a:pt x="1" y="0"/>
                    </a:lnTo>
                  </a:path>
                </a:pathLst>
              </a:custGeom>
              <a:noFill/>
              <a:ln w="2857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  <a:effectLst>
                <a:outerShdw blurRad="128588" algn="bl" rotWithShape="0">
                  <a:schemeClr val="accent1"/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" name="Google Shape;1031;p15"/>
              <p:cNvSpPr/>
              <p:nvPr/>
            </p:nvSpPr>
            <p:spPr>
              <a:xfrm rot="10800000" flipH="1">
                <a:off x="-44930" y="4560924"/>
                <a:ext cx="1315747" cy="268151"/>
              </a:xfrm>
              <a:custGeom>
                <a:avLst/>
                <a:gdLst/>
                <a:ahLst/>
                <a:cxnLst/>
                <a:rect l="l" t="t" r="r" b="b"/>
                <a:pathLst>
                  <a:path w="15520" h="1630" extrusionOk="0">
                    <a:moveTo>
                      <a:pt x="0" y="0"/>
                    </a:moveTo>
                    <a:lnTo>
                      <a:pt x="0" y="1629"/>
                    </a:lnTo>
                    <a:lnTo>
                      <a:pt x="15519" y="1629"/>
                    </a:lnTo>
                    <a:lnTo>
                      <a:pt x="15519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457200" dist="19050" algn="bl" rotWithShape="0">
                  <a:schemeClr val="accent1">
                    <a:alpha val="7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" name="Google Shape;1032;p15"/>
              <p:cNvSpPr/>
              <p:nvPr/>
            </p:nvSpPr>
            <p:spPr>
              <a:xfrm rot="10800000" flipH="1">
                <a:off x="-44930" y="4560924"/>
                <a:ext cx="1315747" cy="268151"/>
              </a:xfrm>
              <a:custGeom>
                <a:avLst/>
                <a:gdLst/>
                <a:ahLst/>
                <a:cxnLst/>
                <a:rect l="l" t="t" r="r" b="b"/>
                <a:pathLst>
                  <a:path w="15520" h="1630" extrusionOk="0">
                    <a:moveTo>
                      <a:pt x="0" y="0"/>
                    </a:moveTo>
                    <a:lnTo>
                      <a:pt x="0" y="1629"/>
                    </a:lnTo>
                    <a:lnTo>
                      <a:pt x="15519" y="1629"/>
                    </a:lnTo>
                    <a:lnTo>
                      <a:pt x="15519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457200" dist="19050" algn="bl" rotWithShape="0">
                  <a:schemeClr val="accent1">
                    <a:alpha val="7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960502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20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8" name="Google Shape;2068;p32"/>
          <p:cNvSpPr txBox="1">
            <a:spLocks noGrp="1"/>
          </p:cNvSpPr>
          <p:nvPr>
            <p:ph type="title"/>
          </p:nvPr>
        </p:nvSpPr>
        <p:spPr>
          <a:xfrm>
            <a:off x="713225" y="539525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endParaRPr/>
          </a:p>
        </p:txBody>
      </p:sp>
      <p:sp>
        <p:nvSpPr>
          <p:cNvPr id="2069" name="Google Shape;2069;p32"/>
          <p:cNvSpPr txBox="1">
            <a:spLocks noGrp="1"/>
          </p:cNvSpPr>
          <p:nvPr>
            <p:ph type="subTitle" idx="1"/>
          </p:nvPr>
        </p:nvSpPr>
        <p:spPr>
          <a:xfrm>
            <a:off x="1805875" y="1710450"/>
            <a:ext cx="2687700" cy="4455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70" name="Google Shape;2070;p32"/>
          <p:cNvSpPr txBox="1">
            <a:spLocks noGrp="1"/>
          </p:cNvSpPr>
          <p:nvPr>
            <p:ph type="subTitle" idx="2"/>
          </p:nvPr>
        </p:nvSpPr>
        <p:spPr>
          <a:xfrm>
            <a:off x="1805875" y="1329200"/>
            <a:ext cx="2687700" cy="381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sp>
        <p:nvSpPr>
          <p:cNvPr id="2071" name="Google Shape;2071;p32"/>
          <p:cNvSpPr txBox="1">
            <a:spLocks noGrp="1"/>
          </p:cNvSpPr>
          <p:nvPr>
            <p:ph type="subTitle" idx="3"/>
          </p:nvPr>
        </p:nvSpPr>
        <p:spPr>
          <a:xfrm>
            <a:off x="1805875" y="4077725"/>
            <a:ext cx="2687700" cy="4455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72" name="Google Shape;2072;p32"/>
          <p:cNvSpPr txBox="1">
            <a:spLocks noGrp="1"/>
          </p:cNvSpPr>
          <p:nvPr>
            <p:ph type="subTitle" idx="4"/>
          </p:nvPr>
        </p:nvSpPr>
        <p:spPr>
          <a:xfrm>
            <a:off x="1805875" y="3696475"/>
            <a:ext cx="2687700" cy="381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sp>
        <p:nvSpPr>
          <p:cNvPr id="2073" name="Google Shape;2073;p32"/>
          <p:cNvSpPr txBox="1">
            <a:spLocks noGrp="1"/>
          </p:cNvSpPr>
          <p:nvPr>
            <p:ph type="subTitle" idx="5"/>
          </p:nvPr>
        </p:nvSpPr>
        <p:spPr>
          <a:xfrm>
            <a:off x="1805875" y="2894088"/>
            <a:ext cx="2687700" cy="4455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74" name="Google Shape;2074;p32"/>
          <p:cNvSpPr txBox="1">
            <a:spLocks noGrp="1"/>
          </p:cNvSpPr>
          <p:nvPr>
            <p:ph type="subTitle" idx="6"/>
          </p:nvPr>
        </p:nvSpPr>
        <p:spPr>
          <a:xfrm>
            <a:off x="1805875" y="2512838"/>
            <a:ext cx="2687700" cy="381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sp>
        <p:nvSpPr>
          <p:cNvPr id="2075" name="Google Shape;2075;p32"/>
          <p:cNvSpPr txBox="1">
            <a:spLocks noGrp="1"/>
          </p:cNvSpPr>
          <p:nvPr>
            <p:ph type="subTitle" idx="7"/>
          </p:nvPr>
        </p:nvSpPr>
        <p:spPr>
          <a:xfrm>
            <a:off x="5660750" y="1710450"/>
            <a:ext cx="2687700" cy="4455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76" name="Google Shape;2076;p32"/>
          <p:cNvSpPr txBox="1">
            <a:spLocks noGrp="1"/>
          </p:cNvSpPr>
          <p:nvPr>
            <p:ph type="subTitle" idx="8"/>
          </p:nvPr>
        </p:nvSpPr>
        <p:spPr>
          <a:xfrm>
            <a:off x="5660750" y="1329200"/>
            <a:ext cx="2687700" cy="381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sp>
        <p:nvSpPr>
          <p:cNvPr id="2077" name="Google Shape;2077;p32"/>
          <p:cNvSpPr txBox="1">
            <a:spLocks noGrp="1"/>
          </p:cNvSpPr>
          <p:nvPr>
            <p:ph type="subTitle" idx="9"/>
          </p:nvPr>
        </p:nvSpPr>
        <p:spPr>
          <a:xfrm>
            <a:off x="5660750" y="4077725"/>
            <a:ext cx="2687700" cy="4455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78" name="Google Shape;2078;p32"/>
          <p:cNvSpPr txBox="1">
            <a:spLocks noGrp="1"/>
          </p:cNvSpPr>
          <p:nvPr>
            <p:ph type="subTitle" idx="13"/>
          </p:nvPr>
        </p:nvSpPr>
        <p:spPr>
          <a:xfrm>
            <a:off x="5660750" y="3696475"/>
            <a:ext cx="2687700" cy="381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sp>
        <p:nvSpPr>
          <p:cNvPr id="2079" name="Google Shape;2079;p32"/>
          <p:cNvSpPr txBox="1">
            <a:spLocks noGrp="1"/>
          </p:cNvSpPr>
          <p:nvPr>
            <p:ph type="subTitle" idx="14"/>
          </p:nvPr>
        </p:nvSpPr>
        <p:spPr>
          <a:xfrm>
            <a:off x="5660750" y="2894088"/>
            <a:ext cx="2687700" cy="4455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80" name="Google Shape;2080;p32"/>
          <p:cNvSpPr txBox="1">
            <a:spLocks noGrp="1"/>
          </p:cNvSpPr>
          <p:nvPr>
            <p:ph type="subTitle" idx="15"/>
          </p:nvPr>
        </p:nvSpPr>
        <p:spPr>
          <a:xfrm>
            <a:off x="5660750" y="2512838"/>
            <a:ext cx="2687700" cy="381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grpSp>
        <p:nvGrpSpPr>
          <p:cNvPr id="2081" name="Google Shape;2081;p32"/>
          <p:cNvGrpSpPr/>
          <p:nvPr/>
        </p:nvGrpSpPr>
        <p:grpSpPr>
          <a:xfrm rot="10800000">
            <a:off x="7218810" y="-1747902"/>
            <a:ext cx="3021722" cy="3146276"/>
            <a:chOff x="-1064015" y="2306598"/>
            <a:chExt cx="3021722" cy="3146276"/>
          </a:xfrm>
        </p:grpSpPr>
        <p:sp>
          <p:nvSpPr>
            <p:cNvPr id="2082" name="Google Shape;2082;p32"/>
            <p:cNvSpPr/>
            <p:nvPr/>
          </p:nvSpPr>
          <p:spPr>
            <a:xfrm rot="-2716073">
              <a:off x="-731526" y="2981210"/>
              <a:ext cx="2356744" cy="1918711"/>
            </a:xfrm>
            <a:custGeom>
              <a:avLst/>
              <a:gdLst/>
              <a:ahLst/>
              <a:cxnLst/>
              <a:rect l="l" t="t" r="r" b="b"/>
              <a:pathLst>
                <a:path w="42402" h="34521" fill="none" extrusionOk="0">
                  <a:moveTo>
                    <a:pt x="0" y="34520"/>
                  </a:moveTo>
                  <a:lnTo>
                    <a:pt x="24093" y="10428"/>
                  </a:lnTo>
                  <a:lnTo>
                    <a:pt x="31954" y="10428"/>
                  </a:lnTo>
                  <a:lnTo>
                    <a:pt x="42402" y="0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" name="Google Shape;2083;p32"/>
            <p:cNvSpPr/>
            <p:nvPr/>
          </p:nvSpPr>
          <p:spPr>
            <a:xfrm>
              <a:off x="518938" y="2306598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" name="Google Shape;2084;p32"/>
            <p:cNvSpPr/>
            <p:nvPr/>
          </p:nvSpPr>
          <p:spPr>
            <a:xfrm rot="-2716073">
              <a:off x="-731526" y="2981210"/>
              <a:ext cx="2356744" cy="1918711"/>
            </a:xfrm>
            <a:custGeom>
              <a:avLst/>
              <a:gdLst/>
              <a:ahLst/>
              <a:cxnLst/>
              <a:rect l="l" t="t" r="r" b="b"/>
              <a:pathLst>
                <a:path w="42402" h="34521" fill="none" extrusionOk="0">
                  <a:moveTo>
                    <a:pt x="0" y="34520"/>
                  </a:moveTo>
                  <a:lnTo>
                    <a:pt x="24093" y="10428"/>
                  </a:lnTo>
                  <a:lnTo>
                    <a:pt x="31954" y="10428"/>
                  </a:lnTo>
                  <a:lnTo>
                    <a:pt x="42402" y="0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5" name="Google Shape;2085;p32"/>
            <p:cNvSpPr/>
            <p:nvPr/>
          </p:nvSpPr>
          <p:spPr>
            <a:xfrm>
              <a:off x="518938" y="2306598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86" name="Google Shape;2086;p32"/>
          <p:cNvGrpSpPr/>
          <p:nvPr/>
        </p:nvGrpSpPr>
        <p:grpSpPr>
          <a:xfrm rot="10800000">
            <a:off x="-66225" y="2050490"/>
            <a:ext cx="618526" cy="5831511"/>
            <a:chOff x="8626375" y="-2137135"/>
            <a:chExt cx="618526" cy="5831511"/>
          </a:xfrm>
        </p:grpSpPr>
        <p:sp>
          <p:nvSpPr>
            <p:cNvPr id="2087" name="Google Shape;2087;p32"/>
            <p:cNvSpPr/>
            <p:nvPr/>
          </p:nvSpPr>
          <p:spPr>
            <a:xfrm rot="10800000" flipH="1">
              <a:off x="8754318" y="-2137135"/>
              <a:ext cx="490583" cy="5831511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" name="Google Shape;2088;p32"/>
            <p:cNvSpPr/>
            <p:nvPr/>
          </p:nvSpPr>
          <p:spPr>
            <a:xfrm rot="-5400000">
              <a:off x="8403006" y="2019204"/>
              <a:ext cx="714890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9" name="Google Shape;2089;p32"/>
            <p:cNvSpPr/>
            <p:nvPr/>
          </p:nvSpPr>
          <p:spPr>
            <a:xfrm rot="10800000" flipH="1">
              <a:off x="8754318" y="-2137135"/>
              <a:ext cx="490583" cy="5831511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0" name="Google Shape;2090;p32"/>
            <p:cNvSpPr/>
            <p:nvPr/>
          </p:nvSpPr>
          <p:spPr>
            <a:xfrm rot="-5400000">
              <a:off x="8403006" y="2019204"/>
              <a:ext cx="714890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91" name="Google Shape;2091;p32"/>
          <p:cNvGrpSpPr/>
          <p:nvPr/>
        </p:nvGrpSpPr>
        <p:grpSpPr>
          <a:xfrm>
            <a:off x="8749262" y="539535"/>
            <a:ext cx="117523" cy="519040"/>
            <a:chOff x="9744987" y="2954335"/>
            <a:chExt cx="117523" cy="519040"/>
          </a:xfrm>
        </p:grpSpPr>
        <p:sp>
          <p:nvSpPr>
            <p:cNvPr id="2092" name="Google Shape;2092;p32"/>
            <p:cNvSpPr/>
            <p:nvPr/>
          </p:nvSpPr>
          <p:spPr>
            <a:xfrm rot="-5400000">
              <a:off x="9744987" y="335585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" name="Google Shape;2093;p32"/>
            <p:cNvSpPr/>
            <p:nvPr/>
          </p:nvSpPr>
          <p:spPr>
            <a:xfrm rot="-5400000">
              <a:off x="9744987" y="3155093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4" name="Google Shape;2094;p32"/>
            <p:cNvSpPr/>
            <p:nvPr/>
          </p:nvSpPr>
          <p:spPr>
            <a:xfrm rot="-5400000">
              <a:off x="9744987" y="295433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5" name="Google Shape;2095;p32"/>
            <p:cNvSpPr/>
            <p:nvPr/>
          </p:nvSpPr>
          <p:spPr>
            <a:xfrm rot="-5400000">
              <a:off x="9744987" y="335585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" name="Google Shape;2096;p32"/>
            <p:cNvSpPr/>
            <p:nvPr/>
          </p:nvSpPr>
          <p:spPr>
            <a:xfrm rot="-5400000">
              <a:off x="9744987" y="3155093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2097;p32"/>
            <p:cNvSpPr/>
            <p:nvPr/>
          </p:nvSpPr>
          <p:spPr>
            <a:xfrm rot="-5400000">
              <a:off x="9744987" y="295433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98" name="Google Shape;2098;p32"/>
          <p:cNvGrpSpPr/>
          <p:nvPr/>
        </p:nvGrpSpPr>
        <p:grpSpPr>
          <a:xfrm rot="5400000">
            <a:off x="-1353565" y="-944652"/>
            <a:ext cx="3021722" cy="3146276"/>
            <a:chOff x="-1064015" y="2306598"/>
            <a:chExt cx="3021722" cy="3146276"/>
          </a:xfrm>
        </p:grpSpPr>
        <p:sp>
          <p:nvSpPr>
            <p:cNvPr id="2099" name="Google Shape;2099;p32"/>
            <p:cNvSpPr/>
            <p:nvPr/>
          </p:nvSpPr>
          <p:spPr>
            <a:xfrm rot="-2716073">
              <a:off x="-731526" y="2981210"/>
              <a:ext cx="2356744" cy="1918711"/>
            </a:xfrm>
            <a:custGeom>
              <a:avLst/>
              <a:gdLst/>
              <a:ahLst/>
              <a:cxnLst/>
              <a:rect l="l" t="t" r="r" b="b"/>
              <a:pathLst>
                <a:path w="42402" h="34521" fill="none" extrusionOk="0">
                  <a:moveTo>
                    <a:pt x="0" y="34520"/>
                  </a:moveTo>
                  <a:lnTo>
                    <a:pt x="24093" y="10428"/>
                  </a:lnTo>
                  <a:lnTo>
                    <a:pt x="31954" y="10428"/>
                  </a:lnTo>
                  <a:lnTo>
                    <a:pt x="42402" y="0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32"/>
            <p:cNvSpPr/>
            <p:nvPr/>
          </p:nvSpPr>
          <p:spPr>
            <a:xfrm>
              <a:off x="518938" y="2306598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32"/>
            <p:cNvSpPr/>
            <p:nvPr/>
          </p:nvSpPr>
          <p:spPr>
            <a:xfrm rot="-2716073">
              <a:off x="-731526" y="2981210"/>
              <a:ext cx="2356744" cy="1918711"/>
            </a:xfrm>
            <a:custGeom>
              <a:avLst/>
              <a:gdLst/>
              <a:ahLst/>
              <a:cxnLst/>
              <a:rect l="l" t="t" r="r" b="b"/>
              <a:pathLst>
                <a:path w="42402" h="34521" fill="none" extrusionOk="0">
                  <a:moveTo>
                    <a:pt x="0" y="34520"/>
                  </a:moveTo>
                  <a:lnTo>
                    <a:pt x="24093" y="10428"/>
                  </a:lnTo>
                  <a:lnTo>
                    <a:pt x="31954" y="10428"/>
                  </a:lnTo>
                  <a:lnTo>
                    <a:pt x="42402" y="0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32"/>
            <p:cNvSpPr/>
            <p:nvPr/>
          </p:nvSpPr>
          <p:spPr>
            <a:xfrm>
              <a:off x="518938" y="2306598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03" name="Google Shape;2103;p32"/>
          <p:cNvGrpSpPr/>
          <p:nvPr/>
        </p:nvGrpSpPr>
        <p:grpSpPr>
          <a:xfrm flipH="1">
            <a:off x="5149127" y="4880776"/>
            <a:ext cx="4088811" cy="4088811"/>
            <a:chOff x="-3640848" y="2185426"/>
            <a:chExt cx="4088811" cy="4088811"/>
          </a:xfrm>
        </p:grpSpPr>
        <p:sp>
          <p:nvSpPr>
            <p:cNvPr id="2104" name="Google Shape;2104;p32"/>
            <p:cNvSpPr/>
            <p:nvPr/>
          </p:nvSpPr>
          <p:spPr>
            <a:xfrm flipH="1">
              <a:off x="-3640848" y="21854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" name="Google Shape;2105;p32"/>
            <p:cNvSpPr/>
            <p:nvPr/>
          </p:nvSpPr>
          <p:spPr>
            <a:xfrm flipH="1">
              <a:off x="-3640848" y="21854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1668606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5"/>
          <p:cNvSpPr txBox="1">
            <a:spLocks noGrp="1"/>
          </p:cNvSpPr>
          <p:nvPr>
            <p:ph type="title"/>
          </p:nvPr>
        </p:nvSpPr>
        <p:spPr>
          <a:xfrm>
            <a:off x="713225" y="539525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endParaRPr/>
          </a:p>
        </p:txBody>
      </p:sp>
      <p:sp>
        <p:nvSpPr>
          <p:cNvPr id="254" name="Google Shape;254;p5"/>
          <p:cNvSpPr txBox="1">
            <a:spLocks noGrp="1"/>
          </p:cNvSpPr>
          <p:nvPr>
            <p:ph type="subTitle" idx="1"/>
          </p:nvPr>
        </p:nvSpPr>
        <p:spPr>
          <a:xfrm>
            <a:off x="1928175" y="3411591"/>
            <a:ext cx="2314500" cy="7845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5" name="Google Shape;255;p5"/>
          <p:cNvSpPr txBox="1">
            <a:spLocks noGrp="1"/>
          </p:cNvSpPr>
          <p:nvPr>
            <p:ph type="subTitle" idx="2"/>
          </p:nvPr>
        </p:nvSpPr>
        <p:spPr>
          <a:xfrm>
            <a:off x="1928175" y="2954153"/>
            <a:ext cx="2314500" cy="381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sp>
        <p:nvSpPr>
          <p:cNvPr id="256" name="Google Shape;256;p5"/>
          <p:cNvSpPr txBox="1">
            <a:spLocks noGrp="1"/>
          </p:cNvSpPr>
          <p:nvPr>
            <p:ph type="subTitle" idx="3"/>
          </p:nvPr>
        </p:nvSpPr>
        <p:spPr>
          <a:xfrm>
            <a:off x="4901325" y="3411591"/>
            <a:ext cx="2314500" cy="7845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7" name="Google Shape;257;p5"/>
          <p:cNvSpPr txBox="1">
            <a:spLocks noGrp="1"/>
          </p:cNvSpPr>
          <p:nvPr>
            <p:ph type="subTitle" idx="4"/>
          </p:nvPr>
        </p:nvSpPr>
        <p:spPr>
          <a:xfrm>
            <a:off x="4901325" y="2954153"/>
            <a:ext cx="2314500" cy="381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sp>
        <p:nvSpPr>
          <p:cNvPr id="258" name="Google Shape;258;p5"/>
          <p:cNvSpPr/>
          <p:nvPr/>
        </p:nvSpPr>
        <p:spPr>
          <a:xfrm rot="10800000">
            <a:off x="7982776" y="-544214"/>
            <a:ext cx="267975" cy="1554325"/>
          </a:xfrm>
          <a:custGeom>
            <a:avLst/>
            <a:gdLst/>
            <a:ahLst/>
            <a:cxnLst/>
            <a:rect l="l" t="t" r="r" b="b"/>
            <a:pathLst>
              <a:path w="10719" h="62173" extrusionOk="0">
                <a:moveTo>
                  <a:pt x="0" y="0"/>
                </a:moveTo>
                <a:lnTo>
                  <a:pt x="0" y="51453"/>
                </a:lnTo>
                <a:lnTo>
                  <a:pt x="10719" y="62173"/>
                </a:lnTo>
              </a:path>
            </a:pathLst>
          </a:cu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28588" algn="bl" rotWithShape="0">
              <a:schemeClr val="accent1"/>
            </a:outerShdw>
          </a:effectLst>
        </p:spPr>
        <p:txBody>
          <a:bodyPr/>
          <a:lstStyle/>
          <a:p>
            <a:endParaRPr lang="en-ZA"/>
          </a:p>
        </p:txBody>
      </p:sp>
      <p:grpSp>
        <p:nvGrpSpPr>
          <p:cNvPr id="259" name="Google Shape;259;p5"/>
          <p:cNvGrpSpPr/>
          <p:nvPr/>
        </p:nvGrpSpPr>
        <p:grpSpPr>
          <a:xfrm>
            <a:off x="-2459612" y="638961"/>
            <a:ext cx="3769563" cy="11358057"/>
            <a:chOff x="-2722250" y="-1079764"/>
            <a:chExt cx="3769563" cy="11358057"/>
          </a:xfrm>
        </p:grpSpPr>
        <p:sp>
          <p:nvSpPr>
            <p:cNvPr id="260" name="Google Shape;260;p5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dist="190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5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5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5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5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5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5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5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5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5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5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5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5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5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4" name="Google Shape;274;p5"/>
          <p:cNvGrpSpPr/>
          <p:nvPr/>
        </p:nvGrpSpPr>
        <p:grpSpPr>
          <a:xfrm>
            <a:off x="-444950" y="2746461"/>
            <a:ext cx="1158175" cy="2819114"/>
            <a:chOff x="-444950" y="2746461"/>
            <a:chExt cx="1158175" cy="2819114"/>
          </a:xfrm>
        </p:grpSpPr>
        <p:sp>
          <p:nvSpPr>
            <p:cNvPr id="275" name="Google Shape;275;p5"/>
            <p:cNvSpPr/>
            <p:nvPr/>
          </p:nvSpPr>
          <p:spPr>
            <a:xfrm>
              <a:off x="248038" y="2856850"/>
              <a:ext cx="267975" cy="1554325"/>
            </a:xfrm>
            <a:custGeom>
              <a:avLst/>
              <a:gdLst/>
              <a:ahLst/>
              <a:cxnLst/>
              <a:rect l="l" t="t" r="r" b="b"/>
              <a:pathLst>
                <a:path w="10719" h="62173" extrusionOk="0">
                  <a:moveTo>
                    <a:pt x="0" y="0"/>
                  </a:moveTo>
                  <a:lnTo>
                    <a:pt x="0" y="51453"/>
                  </a:lnTo>
                  <a:lnTo>
                    <a:pt x="10719" y="62173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/>
            <a:lstStyle/>
            <a:p>
              <a:endParaRPr lang="en-ZA"/>
            </a:p>
          </p:txBody>
        </p:sp>
        <p:sp>
          <p:nvSpPr>
            <p:cNvPr id="276" name="Google Shape;276;p5"/>
            <p:cNvSpPr/>
            <p:nvPr/>
          </p:nvSpPr>
          <p:spPr>
            <a:xfrm>
              <a:off x="-438775" y="4411175"/>
              <a:ext cx="1152000" cy="1154400"/>
            </a:xfrm>
            <a:prstGeom prst="rect">
              <a:avLst/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5"/>
            <p:cNvSpPr/>
            <p:nvPr/>
          </p:nvSpPr>
          <p:spPr>
            <a:xfrm>
              <a:off x="-254275" y="4596125"/>
              <a:ext cx="783000" cy="784500"/>
            </a:xfrm>
            <a:prstGeom prst="rect">
              <a:avLst/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278;p5"/>
            <p:cNvSpPr/>
            <p:nvPr/>
          </p:nvSpPr>
          <p:spPr>
            <a:xfrm>
              <a:off x="241863" y="2856850"/>
              <a:ext cx="267975" cy="1554325"/>
            </a:xfrm>
            <a:custGeom>
              <a:avLst/>
              <a:gdLst/>
              <a:ahLst/>
              <a:cxnLst/>
              <a:rect l="l" t="t" r="r" b="b"/>
              <a:pathLst>
                <a:path w="10719" h="62173" extrusionOk="0">
                  <a:moveTo>
                    <a:pt x="0" y="0"/>
                  </a:moveTo>
                  <a:lnTo>
                    <a:pt x="0" y="51453"/>
                  </a:lnTo>
                  <a:lnTo>
                    <a:pt x="10719" y="62173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/>
            <a:lstStyle/>
            <a:p>
              <a:endParaRPr lang="en-ZA"/>
            </a:p>
          </p:txBody>
        </p:sp>
        <p:sp>
          <p:nvSpPr>
            <p:cNvPr id="279" name="Google Shape;279;p5"/>
            <p:cNvSpPr/>
            <p:nvPr/>
          </p:nvSpPr>
          <p:spPr>
            <a:xfrm>
              <a:off x="-444950" y="4411175"/>
              <a:ext cx="1152000" cy="1154400"/>
            </a:xfrm>
            <a:prstGeom prst="rect">
              <a:avLst/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5"/>
            <p:cNvSpPr/>
            <p:nvPr/>
          </p:nvSpPr>
          <p:spPr>
            <a:xfrm>
              <a:off x="-260450" y="4596125"/>
              <a:ext cx="783000" cy="784500"/>
            </a:xfrm>
            <a:prstGeom prst="rect">
              <a:avLst/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5"/>
            <p:cNvSpPr/>
            <p:nvPr/>
          </p:nvSpPr>
          <p:spPr>
            <a:xfrm>
              <a:off x="189739" y="2746461"/>
              <a:ext cx="110400" cy="1104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5"/>
            <p:cNvSpPr/>
            <p:nvPr/>
          </p:nvSpPr>
          <p:spPr>
            <a:xfrm>
              <a:off x="189739" y="2746461"/>
              <a:ext cx="110400" cy="1104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3" name="Google Shape;283;p5"/>
          <p:cNvGrpSpPr/>
          <p:nvPr/>
        </p:nvGrpSpPr>
        <p:grpSpPr>
          <a:xfrm>
            <a:off x="8118013" y="1690211"/>
            <a:ext cx="3769563" cy="11358057"/>
            <a:chOff x="-2722250" y="-1079764"/>
            <a:chExt cx="3769563" cy="11358057"/>
          </a:xfrm>
        </p:grpSpPr>
        <p:sp>
          <p:nvSpPr>
            <p:cNvPr id="284" name="Google Shape;284;p5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dist="190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5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5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p5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5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5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5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5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5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5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5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295;p5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296;p5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5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8" name="Google Shape;298;p5"/>
          <p:cNvGrpSpPr/>
          <p:nvPr/>
        </p:nvGrpSpPr>
        <p:grpSpPr>
          <a:xfrm rot="-5400000" flipH="1">
            <a:off x="14326746" y="-8155174"/>
            <a:ext cx="5570272" cy="18162622"/>
            <a:chOff x="-3170262" y="3452177"/>
            <a:chExt cx="3721951" cy="12135923"/>
          </a:xfrm>
        </p:grpSpPr>
        <p:sp>
          <p:nvSpPr>
            <p:cNvPr id="299" name="Google Shape;299;p5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5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301;p5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302;p5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5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5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5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5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5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5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5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5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5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5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313;p5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5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5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5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5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5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5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5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5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5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5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324;p5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325;p5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5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5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5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5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5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5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5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5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5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5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5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5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338;p5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5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5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5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5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5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5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5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5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5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348;p5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5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5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5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5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5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5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5" name="Google Shape;355;p5"/>
          <p:cNvSpPr/>
          <p:nvPr/>
        </p:nvSpPr>
        <p:spPr>
          <a:xfrm rot="10800000">
            <a:off x="7982776" y="-544214"/>
            <a:ext cx="267975" cy="1554325"/>
          </a:xfrm>
          <a:custGeom>
            <a:avLst/>
            <a:gdLst/>
            <a:ahLst/>
            <a:cxnLst/>
            <a:rect l="l" t="t" r="r" b="b"/>
            <a:pathLst>
              <a:path w="10719" h="62173" extrusionOk="0">
                <a:moveTo>
                  <a:pt x="0" y="0"/>
                </a:moveTo>
                <a:lnTo>
                  <a:pt x="0" y="51453"/>
                </a:lnTo>
                <a:lnTo>
                  <a:pt x="10719" y="62173"/>
                </a:lnTo>
              </a:path>
            </a:pathLst>
          </a:cu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28588" algn="bl" rotWithShape="0">
              <a:schemeClr val="accent1"/>
            </a:outerShdw>
          </a:effectLst>
        </p:spPr>
        <p:txBody>
          <a:bodyPr/>
          <a:lstStyle/>
          <a:p>
            <a:endParaRPr lang="en-ZA"/>
          </a:p>
        </p:txBody>
      </p:sp>
      <p:grpSp>
        <p:nvGrpSpPr>
          <p:cNvPr id="356" name="Google Shape;356;p5"/>
          <p:cNvGrpSpPr/>
          <p:nvPr/>
        </p:nvGrpSpPr>
        <p:grpSpPr>
          <a:xfrm>
            <a:off x="8342610" y="-1257510"/>
            <a:ext cx="1632765" cy="4501735"/>
            <a:chOff x="8342610" y="-1257510"/>
            <a:chExt cx="1632765" cy="4501735"/>
          </a:xfrm>
        </p:grpSpPr>
        <p:sp>
          <p:nvSpPr>
            <p:cNvPr id="357" name="Google Shape;357;p5"/>
            <p:cNvSpPr/>
            <p:nvPr/>
          </p:nvSpPr>
          <p:spPr>
            <a:xfrm>
              <a:off x="8560275" y="1826425"/>
              <a:ext cx="1415100" cy="1417800"/>
            </a:xfrm>
            <a:prstGeom prst="rect">
              <a:avLst/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5"/>
            <p:cNvSpPr/>
            <p:nvPr/>
          </p:nvSpPr>
          <p:spPr>
            <a:xfrm rot="10800000">
              <a:off x="8342610" y="-1257510"/>
              <a:ext cx="531689" cy="3083936"/>
            </a:xfrm>
            <a:custGeom>
              <a:avLst/>
              <a:gdLst/>
              <a:ahLst/>
              <a:cxnLst/>
              <a:rect l="l" t="t" r="r" b="b"/>
              <a:pathLst>
                <a:path w="10719" h="62173" extrusionOk="0">
                  <a:moveTo>
                    <a:pt x="0" y="0"/>
                  </a:moveTo>
                  <a:lnTo>
                    <a:pt x="0" y="51453"/>
                  </a:lnTo>
                  <a:lnTo>
                    <a:pt x="10719" y="62173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/>
            <a:lstStyle/>
            <a:p>
              <a:endParaRPr lang="en-ZA"/>
            </a:p>
          </p:txBody>
        </p:sp>
        <p:sp>
          <p:nvSpPr>
            <p:cNvPr id="359" name="Google Shape;359;p5"/>
            <p:cNvSpPr/>
            <p:nvPr/>
          </p:nvSpPr>
          <p:spPr>
            <a:xfrm rot="10800000">
              <a:off x="8342610" y="-1257510"/>
              <a:ext cx="531689" cy="3083936"/>
            </a:xfrm>
            <a:custGeom>
              <a:avLst/>
              <a:gdLst/>
              <a:ahLst/>
              <a:cxnLst/>
              <a:rect l="l" t="t" r="r" b="b"/>
              <a:pathLst>
                <a:path w="10719" h="62173" extrusionOk="0">
                  <a:moveTo>
                    <a:pt x="0" y="0"/>
                  </a:moveTo>
                  <a:lnTo>
                    <a:pt x="0" y="51453"/>
                  </a:lnTo>
                  <a:lnTo>
                    <a:pt x="10719" y="62173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/>
            <a:lstStyle/>
            <a:p>
              <a:endParaRPr lang="en-ZA"/>
            </a:p>
          </p:txBody>
        </p:sp>
        <p:sp>
          <p:nvSpPr>
            <p:cNvPr id="360" name="Google Shape;360;p5"/>
            <p:cNvSpPr/>
            <p:nvPr/>
          </p:nvSpPr>
          <p:spPr>
            <a:xfrm>
              <a:off x="8560275" y="1826425"/>
              <a:ext cx="1415100" cy="1417800"/>
            </a:xfrm>
            <a:prstGeom prst="rect">
              <a:avLst/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1" name="Google Shape;361;p5"/>
          <p:cNvSpPr/>
          <p:nvPr/>
        </p:nvSpPr>
        <p:spPr>
          <a:xfrm rot="10800000">
            <a:off x="8193774" y="1010100"/>
            <a:ext cx="110400" cy="110400"/>
          </a:xfrm>
          <a:prstGeom prst="ellipse">
            <a:avLst/>
          </a:prstGeom>
          <a:solidFill>
            <a:schemeClr val="accent1"/>
          </a:solid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285750" algn="bl" rotWithShape="0">
              <a:schemeClr val="accent1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" name="Google Shape;362;p5"/>
          <p:cNvSpPr/>
          <p:nvPr/>
        </p:nvSpPr>
        <p:spPr>
          <a:xfrm rot="10800000">
            <a:off x="8193774" y="1010100"/>
            <a:ext cx="110400" cy="110400"/>
          </a:xfrm>
          <a:prstGeom prst="ellipse">
            <a:avLst/>
          </a:prstGeom>
          <a:solidFill>
            <a:schemeClr val="accent1"/>
          </a:solid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285750" algn="bl" rotWithShape="0">
              <a:schemeClr val="accent1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03034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6">
  <p:cSld name="Title and text 6">
    <p:spTree>
      <p:nvGrpSpPr>
        <p:cNvPr id="1" name="Shape 1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" name="Google Shape;1576;p25"/>
          <p:cNvSpPr txBox="1">
            <a:spLocks noGrp="1"/>
          </p:cNvSpPr>
          <p:nvPr>
            <p:ph type="title"/>
          </p:nvPr>
        </p:nvSpPr>
        <p:spPr>
          <a:xfrm>
            <a:off x="1362400" y="1300763"/>
            <a:ext cx="3161700" cy="119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endParaRPr/>
          </a:p>
        </p:txBody>
      </p:sp>
      <p:sp>
        <p:nvSpPr>
          <p:cNvPr id="1577" name="Google Shape;1577;p25"/>
          <p:cNvSpPr txBox="1">
            <a:spLocks noGrp="1"/>
          </p:cNvSpPr>
          <p:nvPr>
            <p:ph type="subTitle" idx="1"/>
          </p:nvPr>
        </p:nvSpPr>
        <p:spPr>
          <a:xfrm>
            <a:off x="1362400" y="2548050"/>
            <a:ext cx="3161700" cy="11994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grpSp>
        <p:nvGrpSpPr>
          <p:cNvPr id="1578" name="Google Shape;1578;p25"/>
          <p:cNvGrpSpPr/>
          <p:nvPr/>
        </p:nvGrpSpPr>
        <p:grpSpPr>
          <a:xfrm rot="5400000">
            <a:off x="1266764" y="4562626"/>
            <a:ext cx="4222888" cy="4088811"/>
            <a:chOff x="8129425" y="2555026"/>
            <a:chExt cx="4222888" cy="4088811"/>
          </a:xfrm>
        </p:grpSpPr>
        <p:sp>
          <p:nvSpPr>
            <p:cNvPr id="1579" name="Google Shape;1579;p25"/>
            <p:cNvSpPr/>
            <p:nvPr/>
          </p:nvSpPr>
          <p:spPr>
            <a:xfrm>
              <a:off x="8263502" y="25550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Google Shape;1580;p25"/>
            <p:cNvSpPr/>
            <p:nvPr/>
          </p:nvSpPr>
          <p:spPr>
            <a:xfrm>
              <a:off x="8263502" y="25550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Google Shape;1581;p25"/>
            <p:cNvSpPr/>
            <p:nvPr/>
          </p:nvSpPr>
          <p:spPr>
            <a:xfrm rot="-5400000">
              <a:off x="8064107" y="3895031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Google Shape;1582;p25"/>
            <p:cNvSpPr/>
            <p:nvPr/>
          </p:nvSpPr>
          <p:spPr>
            <a:xfrm rot="-5400000">
              <a:off x="8064107" y="485406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Google Shape;1583;p25"/>
            <p:cNvSpPr/>
            <p:nvPr/>
          </p:nvSpPr>
          <p:spPr>
            <a:xfrm rot="-5400000">
              <a:off x="8064107" y="581311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Google Shape;1584;p25"/>
            <p:cNvSpPr/>
            <p:nvPr/>
          </p:nvSpPr>
          <p:spPr>
            <a:xfrm rot="-5400000">
              <a:off x="8064107" y="3895031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5" name="Google Shape;1585;p25"/>
            <p:cNvSpPr/>
            <p:nvPr/>
          </p:nvSpPr>
          <p:spPr>
            <a:xfrm rot="-5400000">
              <a:off x="8064107" y="485406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6" name="Google Shape;1586;p25"/>
            <p:cNvSpPr/>
            <p:nvPr/>
          </p:nvSpPr>
          <p:spPr>
            <a:xfrm rot="-5400000">
              <a:off x="8064107" y="581311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87" name="Google Shape;1587;p25"/>
          <p:cNvGrpSpPr/>
          <p:nvPr/>
        </p:nvGrpSpPr>
        <p:grpSpPr>
          <a:xfrm flipH="1">
            <a:off x="8150363" y="-4899154"/>
            <a:ext cx="3721951" cy="12135923"/>
            <a:chOff x="-3170262" y="3452177"/>
            <a:chExt cx="3721951" cy="12135923"/>
          </a:xfrm>
        </p:grpSpPr>
        <p:sp>
          <p:nvSpPr>
            <p:cNvPr id="1588" name="Google Shape;1588;p25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9" name="Google Shape;1589;p25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0" name="Google Shape;1590;p25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1" name="Google Shape;1591;p25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2" name="Google Shape;1592;p25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3" name="Google Shape;1593;p25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4" name="Google Shape;1594;p25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5" name="Google Shape;1595;p25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6" name="Google Shape;1596;p25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7" name="Google Shape;1597;p25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8" name="Google Shape;1598;p25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9" name="Google Shape;1599;p25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0" name="Google Shape;1600;p25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1" name="Google Shape;1601;p25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2" name="Google Shape;1602;p25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3" name="Google Shape;1603;p25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4" name="Google Shape;1604;p25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5" name="Google Shape;1605;p25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6" name="Google Shape;1606;p25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7" name="Google Shape;1607;p25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8" name="Google Shape;1608;p25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9" name="Google Shape;1609;p25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0" name="Google Shape;1610;p25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1" name="Google Shape;1611;p25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2" name="Google Shape;1612;p25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3" name="Google Shape;1613;p25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4" name="Google Shape;1614;p25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5" name="Google Shape;1615;p25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6" name="Google Shape;1616;p25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7" name="Google Shape;1617;p25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8" name="Google Shape;1618;p25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9" name="Google Shape;1619;p25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0" name="Google Shape;1620;p25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1" name="Google Shape;1621;p25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2" name="Google Shape;1622;p25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3" name="Google Shape;1623;p25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4" name="Google Shape;1624;p25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5" name="Google Shape;1625;p25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6" name="Google Shape;1626;p25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7" name="Google Shape;1627;p25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8" name="Google Shape;1628;p25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9" name="Google Shape;1629;p25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0" name="Google Shape;1630;p25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1" name="Google Shape;1631;p25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2" name="Google Shape;1632;p25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3" name="Google Shape;1633;p25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4" name="Google Shape;1634;p25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5" name="Google Shape;1635;p25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6" name="Google Shape;1636;p25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7" name="Google Shape;1637;p25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8" name="Google Shape;1638;p25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9" name="Google Shape;1639;p25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0" name="Google Shape;1640;p25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1" name="Google Shape;1641;p25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2" name="Google Shape;1642;p25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3" name="Google Shape;1643;p25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44" name="Google Shape;1644;p25"/>
          <p:cNvGrpSpPr/>
          <p:nvPr/>
        </p:nvGrpSpPr>
        <p:grpSpPr>
          <a:xfrm flipH="1">
            <a:off x="-3056332" y="-1665102"/>
            <a:ext cx="3769563" cy="11358057"/>
            <a:chOff x="-2722250" y="-1079764"/>
            <a:chExt cx="3769563" cy="11358057"/>
          </a:xfrm>
        </p:grpSpPr>
        <p:sp>
          <p:nvSpPr>
            <p:cNvPr id="1645" name="Google Shape;1645;p25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dist="190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25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25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25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25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25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25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2" name="Google Shape;1652;p25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3" name="Google Shape;1653;p25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25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25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25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25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25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701555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539525"/>
            <a:ext cx="7717500" cy="47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297400"/>
            <a:ext cx="7717500" cy="32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●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○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■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●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○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■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●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○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Source Sans Pro"/>
              <a:buChar char="■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8" r:id="rId2"/>
    <p:sldLayoutId id="2147483659" r:id="rId3"/>
    <p:sldLayoutId id="2147483663" r:id="rId4"/>
    <p:sldLayoutId id="2147483664" r:id="rId5"/>
    <p:sldLayoutId id="2147483670" r:id="rId6"/>
    <p:sldLayoutId id="2147483681" r:id="rId7"/>
    <p:sldLayoutId id="2147483682" r:id="rId8"/>
    <p:sldLayoutId id="2147483687" r:id="rId9"/>
    <p:sldLayoutId id="2147483688" r:id="rId10"/>
    <p:sldLayoutId id="2147483689" r:id="rId11"/>
    <p:sldLayoutId id="214748369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8" name="Google Shape;2638;p40"/>
          <p:cNvSpPr txBox="1">
            <a:spLocks noGrp="1"/>
          </p:cNvSpPr>
          <p:nvPr>
            <p:ph type="ctrTitle"/>
          </p:nvPr>
        </p:nvSpPr>
        <p:spPr>
          <a:xfrm>
            <a:off x="1282800" y="1285125"/>
            <a:ext cx="6578400" cy="222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FINAL DESIGN PROJECT 2026</a:t>
            </a:r>
            <a:br>
              <a:rPr lang="en" sz="2800" dirty="0"/>
            </a:br>
            <a:r>
              <a:rPr lang="en" dirty="0">
                <a:solidFill>
                  <a:schemeClr val="lt2"/>
                </a:solidFill>
              </a:rPr>
              <a:t>Vitality Watchdog System</a:t>
            </a:r>
            <a:endParaRPr dirty="0"/>
          </a:p>
        </p:txBody>
      </p:sp>
      <p:sp>
        <p:nvSpPr>
          <p:cNvPr id="2639" name="Google Shape;2639;p40"/>
          <p:cNvSpPr txBox="1">
            <a:spLocks noGrp="1"/>
          </p:cNvSpPr>
          <p:nvPr>
            <p:ph type="subTitle" idx="1"/>
          </p:nvPr>
        </p:nvSpPr>
        <p:spPr>
          <a:xfrm>
            <a:off x="2211600" y="3865700"/>
            <a:ext cx="4720800" cy="37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Presented by Orien S. Harichand (222012115)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Supervisor: Prof T. quazi</a:t>
            </a:r>
            <a:endParaRPr dirty="0"/>
          </a:p>
        </p:txBody>
      </p:sp>
      <p:cxnSp>
        <p:nvCxnSpPr>
          <p:cNvPr id="2640" name="Google Shape;2640;p40"/>
          <p:cNvCxnSpPr/>
          <p:nvPr/>
        </p:nvCxnSpPr>
        <p:spPr>
          <a:xfrm>
            <a:off x="2500475" y="3663720"/>
            <a:ext cx="4177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28588" algn="bl" rotWithShape="0">
              <a:schemeClr val="accent1"/>
            </a:outerShdw>
          </a:effectLst>
        </p:spPr>
      </p:cxnSp>
      <p:grpSp>
        <p:nvGrpSpPr>
          <p:cNvPr id="2641" name="Google Shape;2641;p40"/>
          <p:cNvGrpSpPr/>
          <p:nvPr/>
        </p:nvGrpSpPr>
        <p:grpSpPr>
          <a:xfrm>
            <a:off x="2365175" y="3596070"/>
            <a:ext cx="4447650" cy="135300"/>
            <a:chOff x="2365175" y="3596070"/>
            <a:chExt cx="4447650" cy="135300"/>
          </a:xfrm>
        </p:grpSpPr>
        <p:sp>
          <p:nvSpPr>
            <p:cNvPr id="2642" name="Google Shape;2642;p40"/>
            <p:cNvSpPr/>
            <p:nvPr/>
          </p:nvSpPr>
          <p:spPr>
            <a:xfrm>
              <a:off x="2365175" y="3596070"/>
              <a:ext cx="135300" cy="1353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3" name="Google Shape;2643;p40"/>
            <p:cNvSpPr/>
            <p:nvPr/>
          </p:nvSpPr>
          <p:spPr>
            <a:xfrm>
              <a:off x="6677525" y="3596070"/>
              <a:ext cx="135300" cy="1353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644" name="Google Shape;2644;p40"/>
            <p:cNvCxnSpPr>
              <a:stCxn id="2642" idx="6"/>
              <a:endCxn id="2643" idx="2"/>
            </p:cNvCxnSpPr>
            <p:nvPr/>
          </p:nvCxnSpPr>
          <p:spPr>
            <a:xfrm>
              <a:off x="2500475" y="3663720"/>
              <a:ext cx="4177200" cy="0"/>
            </a:xfrm>
            <a:prstGeom prst="straightConnector1">
              <a:avLst/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</p:cxn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66" name="Google Shape;2666;p43"/>
          <p:cNvGrpSpPr/>
          <p:nvPr/>
        </p:nvGrpSpPr>
        <p:grpSpPr>
          <a:xfrm>
            <a:off x="770313" y="3523167"/>
            <a:ext cx="752688" cy="744034"/>
            <a:chOff x="851175" y="1582401"/>
            <a:chExt cx="964872" cy="964872"/>
          </a:xfrm>
        </p:grpSpPr>
        <p:sp>
          <p:nvSpPr>
            <p:cNvPr id="2667" name="Google Shape;2667;p43"/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/>
            </a:p>
          </p:txBody>
        </p:sp>
        <p:sp>
          <p:nvSpPr>
            <p:cNvPr id="2668" name="Google Shape;2668;p43"/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/>
            </a:p>
          </p:txBody>
        </p:sp>
      </p:grpSp>
      <p:grpSp>
        <p:nvGrpSpPr>
          <p:cNvPr id="2669" name="Google Shape;2669;p43"/>
          <p:cNvGrpSpPr/>
          <p:nvPr/>
        </p:nvGrpSpPr>
        <p:grpSpPr>
          <a:xfrm>
            <a:off x="4932297" y="3523167"/>
            <a:ext cx="752688" cy="744034"/>
            <a:chOff x="851175" y="1582401"/>
            <a:chExt cx="964872" cy="964872"/>
          </a:xfrm>
        </p:grpSpPr>
        <p:sp>
          <p:nvSpPr>
            <p:cNvPr id="2670" name="Google Shape;2670;p43"/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/>
            </a:p>
          </p:txBody>
        </p:sp>
        <p:sp>
          <p:nvSpPr>
            <p:cNvPr id="2671" name="Google Shape;2671;p43"/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/>
            </a:p>
          </p:txBody>
        </p:sp>
      </p:grpSp>
      <p:grpSp>
        <p:nvGrpSpPr>
          <p:cNvPr id="2672" name="Google Shape;2672;p43"/>
          <p:cNvGrpSpPr/>
          <p:nvPr/>
        </p:nvGrpSpPr>
        <p:grpSpPr>
          <a:xfrm>
            <a:off x="4932297" y="2192855"/>
            <a:ext cx="752688" cy="744034"/>
            <a:chOff x="851175" y="1582401"/>
            <a:chExt cx="964872" cy="964872"/>
          </a:xfrm>
        </p:grpSpPr>
        <p:sp>
          <p:nvSpPr>
            <p:cNvPr id="2673" name="Google Shape;2673;p43"/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/>
            </a:p>
          </p:txBody>
        </p:sp>
        <p:sp>
          <p:nvSpPr>
            <p:cNvPr id="2674" name="Google Shape;2674;p43"/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/>
            </a:p>
          </p:txBody>
        </p:sp>
      </p:grpSp>
      <p:grpSp>
        <p:nvGrpSpPr>
          <p:cNvPr id="2675" name="Google Shape;2675;p43"/>
          <p:cNvGrpSpPr/>
          <p:nvPr/>
        </p:nvGrpSpPr>
        <p:grpSpPr>
          <a:xfrm>
            <a:off x="770313" y="2192867"/>
            <a:ext cx="752688" cy="744034"/>
            <a:chOff x="851175" y="1582401"/>
            <a:chExt cx="964872" cy="964872"/>
          </a:xfrm>
        </p:grpSpPr>
        <p:sp>
          <p:nvSpPr>
            <p:cNvPr id="2676" name="Google Shape;2676;p43"/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/>
            </a:p>
          </p:txBody>
        </p:sp>
        <p:sp>
          <p:nvSpPr>
            <p:cNvPr id="2677" name="Google Shape;2677;p43"/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/>
            </a:p>
          </p:txBody>
        </p:sp>
      </p:grpSp>
      <p:sp>
        <p:nvSpPr>
          <p:cNvPr id="2678" name="Google Shape;2678;p43"/>
          <p:cNvSpPr txBox="1">
            <a:spLocks noGrp="1"/>
          </p:cNvSpPr>
          <p:nvPr>
            <p:ph type="title"/>
          </p:nvPr>
        </p:nvSpPr>
        <p:spPr>
          <a:xfrm>
            <a:off x="787665" y="103281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TABLE OF CONTENTS</a:t>
            </a:r>
            <a:endParaRPr dirty="0"/>
          </a:p>
        </p:txBody>
      </p:sp>
      <p:sp>
        <p:nvSpPr>
          <p:cNvPr id="2679" name="Google Shape;2679;p43"/>
          <p:cNvSpPr txBox="1">
            <a:spLocks noGrp="1"/>
          </p:cNvSpPr>
          <p:nvPr>
            <p:ph type="subTitle" idx="1"/>
          </p:nvPr>
        </p:nvSpPr>
        <p:spPr>
          <a:xfrm>
            <a:off x="5916166" y="2553652"/>
            <a:ext cx="2409600" cy="4671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ZA" sz="1200" dirty="0"/>
              <a:t>What has been done and what is outstanding to meet the criteria of  GA1, GA2 and GA3</a:t>
            </a:r>
            <a:endParaRPr sz="1200" dirty="0"/>
          </a:p>
        </p:txBody>
      </p:sp>
      <p:sp>
        <p:nvSpPr>
          <p:cNvPr id="2680" name="Google Shape;2680;p43"/>
          <p:cNvSpPr txBox="1">
            <a:spLocks noGrp="1"/>
          </p:cNvSpPr>
          <p:nvPr>
            <p:ph type="subTitle" idx="2"/>
          </p:nvPr>
        </p:nvSpPr>
        <p:spPr>
          <a:xfrm>
            <a:off x="5916166" y="2192855"/>
            <a:ext cx="2409600" cy="30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/>
              <a:t>GA fulfillment</a:t>
            </a:r>
            <a:endParaRPr sz="1800" dirty="0"/>
          </a:p>
        </p:txBody>
      </p:sp>
      <p:sp>
        <p:nvSpPr>
          <p:cNvPr id="2681" name="Google Shape;2681;p43"/>
          <p:cNvSpPr txBox="1">
            <a:spLocks noGrp="1"/>
          </p:cNvSpPr>
          <p:nvPr>
            <p:ph type="title" idx="3"/>
          </p:nvPr>
        </p:nvSpPr>
        <p:spPr>
          <a:xfrm>
            <a:off x="766076" y="3641630"/>
            <a:ext cx="760695" cy="5224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05</a:t>
            </a:r>
            <a:endParaRPr sz="3600" dirty="0"/>
          </a:p>
        </p:txBody>
      </p:sp>
      <p:sp>
        <p:nvSpPr>
          <p:cNvPr id="2682" name="Google Shape;2682;p43"/>
          <p:cNvSpPr txBox="1">
            <a:spLocks noGrp="1"/>
          </p:cNvSpPr>
          <p:nvPr>
            <p:ph type="title" idx="4"/>
          </p:nvPr>
        </p:nvSpPr>
        <p:spPr>
          <a:xfrm>
            <a:off x="4928060" y="3641630"/>
            <a:ext cx="760695" cy="5224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06</a:t>
            </a:r>
            <a:endParaRPr sz="3600" dirty="0"/>
          </a:p>
        </p:txBody>
      </p:sp>
      <p:sp>
        <p:nvSpPr>
          <p:cNvPr id="2683" name="Google Shape;2683;p43"/>
          <p:cNvSpPr txBox="1">
            <a:spLocks noGrp="1"/>
          </p:cNvSpPr>
          <p:nvPr>
            <p:ph type="title" idx="5"/>
          </p:nvPr>
        </p:nvSpPr>
        <p:spPr>
          <a:xfrm>
            <a:off x="766076" y="2311318"/>
            <a:ext cx="760695" cy="5224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03</a:t>
            </a:r>
            <a:endParaRPr sz="3600" dirty="0"/>
          </a:p>
        </p:txBody>
      </p:sp>
      <p:sp>
        <p:nvSpPr>
          <p:cNvPr id="2684" name="Google Shape;2684;p43"/>
          <p:cNvSpPr txBox="1">
            <a:spLocks noGrp="1"/>
          </p:cNvSpPr>
          <p:nvPr>
            <p:ph type="title" idx="6"/>
          </p:nvPr>
        </p:nvSpPr>
        <p:spPr>
          <a:xfrm>
            <a:off x="4928060" y="2311318"/>
            <a:ext cx="760695" cy="5224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04</a:t>
            </a:r>
            <a:endParaRPr sz="3600" dirty="0"/>
          </a:p>
        </p:txBody>
      </p:sp>
      <p:sp>
        <p:nvSpPr>
          <p:cNvPr id="2685" name="Google Shape;2685;p43"/>
          <p:cNvSpPr txBox="1">
            <a:spLocks noGrp="1"/>
          </p:cNvSpPr>
          <p:nvPr>
            <p:ph type="subTitle" idx="7"/>
          </p:nvPr>
        </p:nvSpPr>
        <p:spPr>
          <a:xfrm>
            <a:off x="5903216" y="1216422"/>
            <a:ext cx="2708629" cy="684515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/>
              <a:t>Specifications and target metrics the project must meet and their contribution to project success</a:t>
            </a:r>
            <a:endParaRPr sz="1200" dirty="0"/>
          </a:p>
        </p:txBody>
      </p:sp>
      <p:sp>
        <p:nvSpPr>
          <p:cNvPr id="2687" name="Google Shape;2687;p43"/>
          <p:cNvSpPr txBox="1">
            <a:spLocks noGrp="1"/>
          </p:cNvSpPr>
          <p:nvPr>
            <p:ph type="subTitle" idx="9"/>
          </p:nvPr>
        </p:nvSpPr>
        <p:spPr>
          <a:xfrm>
            <a:off x="1676061" y="3883964"/>
            <a:ext cx="2409600" cy="4671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ZA" sz="1200" dirty="0"/>
              <a:t>Expected timetable and p</a:t>
            </a:r>
            <a:r>
              <a:rPr lang="en" sz="1200" dirty="0"/>
              <a:t>ropose plan to finish the project</a:t>
            </a:r>
            <a:endParaRPr sz="1200" dirty="0"/>
          </a:p>
        </p:txBody>
      </p:sp>
      <p:sp>
        <p:nvSpPr>
          <p:cNvPr id="2688" name="Google Shape;2688;p43"/>
          <p:cNvSpPr txBox="1">
            <a:spLocks noGrp="1"/>
          </p:cNvSpPr>
          <p:nvPr>
            <p:ph type="subTitle" idx="13"/>
          </p:nvPr>
        </p:nvSpPr>
        <p:spPr>
          <a:xfrm>
            <a:off x="1676061" y="3523167"/>
            <a:ext cx="2409600" cy="30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/>
              <a:t>Work plan</a:t>
            </a:r>
            <a:endParaRPr sz="1800" dirty="0"/>
          </a:p>
        </p:txBody>
      </p:sp>
      <p:sp>
        <p:nvSpPr>
          <p:cNvPr id="2689" name="Google Shape;2689;p43"/>
          <p:cNvSpPr txBox="1">
            <a:spLocks noGrp="1"/>
          </p:cNvSpPr>
          <p:nvPr>
            <p:ph type="subTitle" idx="14"/>
          </p:nvPr>
        </p:nvSpPr>
        <p:spPr>
          <a:xfrm>
            <a:off x="1676061" y="2553652"/>
            <a:ext cx="2409600" cy="4671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/>
              <a:t>Work completed thus far and outstanding work to do</a:t>
            </a:r>
            <a:endParaRPr sz="1200" dirty="0"/>
          </a:p>
        </p:txBody>
      </p:sp>
      <p:sp>
        <p:nvSpPr>
          <p:cNvPr id="2690" name="Google Shape;2690;p43"/>
          <p:cNvSpPr txBox="1">
            <a:spLocks noGrp="1"/>
          </p:cNvSpPr>
          <p:nvPr>
            <p:ph type="subTitle" idx="15"/>
          </p:nvPr>
        </p:nvSpPr>
        <p:spPr>
          <a:xfrm>
            <a:off x="1676061" y="2192855"/>
            <a:ext cx="2409600" cy="30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/>
              <a:t>Project work</a:t>
            </a:r>
            <a:endParaRPr sz="1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C41BAE-5187-D910-912C-7E60734702B8}"/>
              </a:ext>
            </a:extLst>
          </p:cNvPr>
          <p:cNvSpPr>
            <a:spLocks noGrp="1"/>
          </p:cNvSpPr>
          <p:nvPr>
            <p:ph type="subTitle" idx="8"/>
          </p:nvPr>
        </p:nvSpPr>
        <p:spPr>
          <a:xfrm>
            <a:off x="5691172" y="855626"/>
            <a:ext cx="2920673" cy="300600"/>
          </a:xfrm>
        </p:spPr>
        <p:txBody>
          <a:bodyPr/>
          <a:lstStyle/>
          <a:p>
            <a:r>
              <a:rPr lang="en-ZA" sz="1800" dirty="0"/>
              <a:t>Project Specifications</a:t>
            </a:r>
          </a:p>
        </p:txBody>
      </p:sp>
      <p:grpSp>
        <p:nvGrpSpPr>
          <p:cNvPr id="2" name="Google Shape;2672;p43">
            <a:extLst>
              <a:ext uri="{FF2B5EF4-FFF2-40B4-BE49-F238E27FC236}">
                <a16:creationId xmlns:a16="http://schemas.microsoft.com/office/drawing/2014/main" id="{598AD94A-46DE-9864-00E9-CEBB44CBE068}"/>
              </a:ext>
            </a:extLst>
          </p:cNvPr>
          <p:cNvGrpSpPr/>
          <p:nvPr/>
        </p:nvGrpSpPr>
        <p:grpSpPr>
          <a:xfrm>
            <a:off x="4932297" y="954274"/>
            <a:ext cx="752688" cy="744034"/>
            <a:chOff x="851175" y="1582401"/>
            <a:chExt cx="964872" cy="964872"/>
          </a:xfrm>
        </p:grpSpPr>
        <p:sp>
          <p:nvSpPr>
            <p:cNvPr id="4" name="Google Shape;2673;p43">
              <a:extLst>
                <a:ext uri="{FF2B5EF4-FFF2-40B4-BE49-F238E27FC236}">
                  <a16:creationId xmlns:a16="http://schemas.microsoft.com/office/drawing/2014/main" id="{79856671-E3A0-C80E-8960-DB36E4B8C0F1}"/>
                </a:ext>
              </a:extLst>
            </p:cNvPr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/>
            </a:p>
          </p:txBody>
        </p:sp>
        <p:sp>
          <p:nvSpPr>
            <p:cNvPr id="5" name="Google Shape;2674;p43">
              <a:extLst>
                <a:ext uri="{FF2B5EF4-FFF2-40B4-BE49-F238E27FC236}">
                  <a16:creationId xmlns:a16="http://schemas.microsoft.com/office/drawing/2014/main" id="{366EFB20-5F30-18C2-E3EB-1936B89870FA}"/>
                </a:ext>
              </a:extLst>
            </p:cNvPr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/>
            </a:p>
          </p:txBody>
        </p:sp>
      </p:grpSp>
      <p:grpSp>
        <p:nvGrpSpPr>
          <p:cNvPr id="6" name="Google Shape;2675;p43">
            <a:extLst>
              <a:ext uri="{FF2B5EF4-FFF2-40B4-BE49-F238E27FC236}">
                <a16:creationId xmlns:a16="http://schemas.microsoft.com/office/drawing/2014/main" id="{B584E3DD-2129-CDD3-62A6-40BD7867613C}"/>
              </a:ext>
            </a:extLst>
          </p:cNvPr>
          <p:cNvGrpSpPr/>
          <p:nvPr/>
        </p:nvGrpSpPr>
        <p:grpSpPr>
          <a:xfrm>
            <a:off x="770313" y="954286"/>
            <a:ext cx="752688" cy="744034"/>
            <a:chOff x="851175" y="1582401"/>
            <a:chExt cx="964872" cy="964872"/>
          </a:xfrm>
        </p:grpSpPr>
        <p:sp>
          <p:nvSpPr>
            <p:cNvPr id="7" name="Google Shape;2676;p43">
              <a:extLst>
                <a:ext uri="{FF2B5EF4-FFF2-40B4-BE49-F238E27FC236}">
                  <a16:creationId xmlns:a16="http://schemas.microsoft.com/office/drawing/2014/main" id="{49EFCF4A-3288-43D1-F2D8-77F3A793BFF2}"/>
                </a:ext>
              </a:extLst>
            </p:cNvPr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/>
            </a:p>
          </p:txBody>
        </p:sp>
        <p:sp>
          <p:nvSpPr>
            <p:cNvPr id="8" name="Google Shape;2677;p43">
              <a:extLst>
                <a:ext uri="{FF2B5EF4-FFF2-40B4-BE49-F238E27FC236}">
                  <a16:creationId xmlns:a16="http://schemas.microsoft.com/office/drawing/2014/main" id="{70AD36CE-63F3-0469-5C34-81478EE349F3}"/>
                </a:ext>
              </a:extLst>
            </p:cNvPr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/>
            </a:p>
          </p:txBody>
        </p:sp>
      </p:grpSp>
      <p:sp>
        <p:nvSpPr>
          <p:cNvPr id="9" name="Google Shape;2683;p43">
            <a:extLst>
              <a:ext uri="{FF2B5EF4-FFF2-40B4-BE49-F238E27FC236}">
                <a16:creationId xmlns:a16="http://schemas.microsoft.com/office/drawing/2014/main" id="{4E5C7E95-6ECF-CA15-88E6-46D833FCDA5F}"/>
              </a:ext>
            </a:extLst>
          </p:cNvPr>
          <p:cNvSpPr txBox="1">
            <a:spLocks/>
          </p:cNvSpPr>
          <p:nvPr/>
        </p:nvSpPr>
        <p:spPr>
          <a:xfrm>
            <a:off x="766076" y="1072737"/>
            <a:ext cx="760695" cy="522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r>
              <a:rPr lang="en" sz="3600"/>
              <a:t>01</a:t>
            </a:r>
          </a:p>
        </p:txBody>
      </p:sp>
      <p:sp>
        <p:nvSpPr>
          <p:cNvPr id="10" name="Google Shape;2684;p43">
            <a:extLst>
              <a:ext uri="{FF2B5EF4-FFF2-40B4-BE49-F238E27FC236}">
                <a16:creationId xmlns:a16="http://schemas.microsoft.com/office/drawing/2014/main" id="{FD668A2C-D635-60A1-C56C-865EA17100C1}"/>
              </a:ext>
            </a:extLst>
          </p:cNvPr>
          <p:cNvSpPr txBox="1">
            <a:spLocks/>
          </p:cNvSpPr>
          <p:nvPr/>
        </p:nvSpPr>
        <p:spPr>
          <a:xfrm>
            <a:off x="4928060" y="1072737"/>
            <a:ext cx="760695" cy="522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r>
              <a:rPr lang="en" sz="3600"/>
              <a:t>02</a:t>
            </a:r>
          </a:p>
        </p:txBody>
      </p:sp>
      <p:sp>
        <p:nvSpPr>
          <p:cNvPr id="11" name="Google Shape;2685;p43">
            <a:extLst>
              <a:ext uri="{FF2B5EF4-FFF2-40B4-BE49-F238E27FC236}">
                <a16:creationId xmlns:a16="http://schemas.microsoft.com/office/drawing/2014/main" id="{853E3AF8-530A-B797-B5AB-754779A068A8}"/>
              </a:ext>
            </a:extLst>
          </p:cNvPr>
          <p:cNvSpPr txBox="1">
            <a:spLocks/>
          </p:cNvSpPr>
          <p:nvPr/>
        </p:nvSpPr>
        <p:spPr>
          <a:xfrm>
            <a:off x="1713430" y="1312527"/>
            <a:ext cx="2794107" cy="588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 marL="0" indent="0"/>
            <a:r>
              <a:rPr lang="en-US" sz="1200" dirty="0"/>
              <a:t>An overview of how the system works in operation through conceptual block diagram and system </a:t>
            </a:r>
            <a:r>
              <a:rPr lang="en-US" sz="1200" dirty="0" err="1"/>
              <a:t>architechure</a:t>
            </a:r>
            <a:endParaRPr lang="en-US" sz="1200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85C07536-EFF5-D001-65EC-D580E09C87D6}"/>
              </a:ext>
            </a:extLst>
          </p:cNvPr>
          <p:cNvSpPr txBox="1">
            <a:spLocks/>
          </p:cNvSpPr>
          <p:nvPr/>
        </p:nvSpPr>
        <p:spPr>
          <a:xfrm>
            <a:off x="1523001" y="951730"/>
            <a:ext cx="3321535" cy="3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r>
              <a:rPr lang="en-ZA" sz="1800" dirty="0"/>
              <a:t>System overview</a:t>
            </a:r>
          </a:p>
        </p:txBody>
      </p:sp>
      <p:sp>
        <p:nvSpPr>
          <p:cNvPr id="13" name="Google Shape;2687;p43">
            <a:extLst>
              <a:ext uri="{FF2B5EF4-FFF2-40B4-BE49-F238E27FC236}">
                <a16:creationId xmlns:a16="http://schemas.microsoft.com/office/drawing/2014/main" id="{F7AE643D-1E5B-1380-BCF9-AF8F116DAB7E}"/>
              </a:ext>
            </a:extLst>
          </p:cNvPr>
          <p:cNvSpPr txBox="1">
            <a:spLocks/>
          </p:cNvSpPr>
          <p:nvPr/>
        </p:nvSpPr>
        <p:spPr>
          <a:xfrm>
            <a:off x="5916166" y="3883964"/>
            <a:ext cx="2409600" cy="46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 marL="0" indent="0"/>
            <a:endParaRPr lang="en-US" sz="1200" dirty="0"/>
          </a:p>
        </p:txBody>
      </p:sp>
      <p:sp>
        <p:nvSpPr>
          <p:cNvPr id="14" name="Google Shape;2688;p43">
            <a:extLst>
              <a:ext uri="{FF2B5EF4-FFF2-40B4-BE49-F238E27FC236}">
                <a16:creationId xmlns:a16="http://schemas.microsoft.com/office/drawing/2014/main" id="{FA181059-A1C8-36A1-DDE7-8DB544920D53}"/>
              </a:ext>
            </a:extLst>
          </p:cNvPr>
          <p:cNvSpPr txBox="1">
            <a:spLocks/>
          </p:cNvSpPr>
          <p:nvPr/>
        </p:nvSpPr>
        <p:spPr>
          <a:xfrm>
            <a:off x="5916166" y="3673467"/>
            <a:ext cx="2409600" cy="3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pPr marL="0" indent="0"/>
            <a:r>
              <a:rPr lang="en-ZA" sz="1800" dirty="0"/>
              <a:t>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1">
          <a:extLst>
            <a:ext uri="{FF2B5EF4-FFF2-40B4-BE49-F238E27FC236}">
              <a16:creationId xmlns:a16="http://schemas.microsoft.com/office/drawing/2014/main" id="{97B97377-1477-6637-D1DD-CE5D9A263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1" name="Google Shape;2991;p52">
            <a:extLst>
              <a:ext uri="{FF2B5EF4-FFF2-40B4-BE49-F238E27FC236}">
                <a16:creationId xmlns:a16="http://schemas.microsoft.com/office/drawing/2014/main" id="{4A646DD2-01E9-F157-728D-B0D2666130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50" y="167818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2"/>
                </a:solidFill>
              </a:rPr>
              <a:t>Conceptual block diagram</a:t>
            </a:r>
            <a:endParaRPr dirty="0">
              <a:solidFill>
                <a:schemeClr val="tx2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9B3BB56-FD21-19D5-7E8A-8C74A75E54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3746" y="831322"/>
            <a:ext cx="5589270" cy="3940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935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1">
          <a:extLst>
            <a:ext uri="{FF2B5EF4-FFF2-40B4-BE49-F238E27FC236}">
              <a16:creationId xmlns:a16="http://schemas.microsoft.com/office/drawing/2014/main" id="{0CA9845E-832A-89FD-13B7-B5549CE90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1" name="Google Shape;2991;p52">
            <a:extLst>
              <a:ext uri="{FF2B5EF4-FFF2-40B4-BE49-F238E27FC236}">
                <a16:creationId xmlns:a16="http://schemas.microsoft.com/office/drawing/2014/main" id="{81271ABC-227F-A319-3E2E-3E9E20C6282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50" y="167818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2"/>
                </a:solidFill>
              </a:rPr>
              <a:t>System architecture</a:t>
            </a:r>
            <a:endParaRPr dirty="0">
              <a:solidFill>
                <a:schemeClr val="tx2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EC8519-C253-6BC8-20B8-797073A31DD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0246" y="721201"/>
            <a:ext cx="4363508" cy="44222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441008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7" name="Google Shape;3207;p61"/>
          <p:cNvSpPr txBox="1">
            <a:spLocks noGrp="1"/>
          </p:cNvSpPr>
          <p:nvPr>
            <p:ph type="title"/>
          </p:nvPr>
        </p:nvSpPr>
        <p:spPr>
          <a:xfrm>
            <a:off x="2225040" y="323148"/>
            <a:ext cx="5242560" cy="85668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ZA" sz="2800" dirty="0">
                <a:solidFill>
                  <a:schemeClr val="tx2"/>
                </a:solidFill>
              </a:rPr>
              <a:t>P</a:t>
            </a:r>
            <a:r>
              <a:rPr lang="en" sz="2800" dirty="0">
                <a:solidFill>
                  <a:schemeClr val="tx2"/>
                </a:solidFill>
              </a:rPr>
              <a:t>roject Specifications (summary of most important)</a:t>
            </a:r>
            <a:endParaRPr sz="2800" dirty="0">
              <a:solidFill>
                <a:schemeClr val="tx2"/>
              </a:solidFill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0EF3873-2EC6-7D90-CB53-BF5CE705B4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3001579"/>
              </p:ext>
            </p:extLst>
          </p:nvPr>
        </p:nvGraphicFramePr>
        <p:xfrm>
          <a:off x="1123950" y="1324610"/>
          <a:ext cx="6896100" cy="3774864"/>
        </p:xfrm>
        <a:graphic>
          <a:graphicData uri="http://schemas.openxmlformats.org/drawingml/2006/table">
            <a:tbl>
              <a:tblPr firstRow="1" bandRow="1">
                <a:tableStyleId>{89891868-D20A-4FA1-B234-CD7D8489C38B}</a:tableStyleId>
              </a:tblPr>
              <a:tblGrid>
                <a:gridCol w="3448050">
                  <a:extLst>
                    <a:ext uri="{9D8B030D-6E8A-4147-A177-3AD203B41FA5}">
                      <a16:colId xmlns:a16="http://schemas.microsoft.com/office/drawing/2014/main" val="2574810282"/>
                    </a:ext>
                  </a:extLst>
                </a:gridCol>
                <a:gridCol w="3448050">
                  <a:extLst>
                    <a:ext uri="{9D8B030D-6E8A-4147-A177-3AD203B41FA5}">
                      <a16:colId xmlns:a16="http://schemas.microsoft.com/office/drawing/2014/main" val="2226784258"/>
                    </a:ext>
                  </a:extLst>
                </a:gridCol>
              </a:tblGrid>
              <a:tr h="683472">
                <a:tc>
                  <a:txBody>
                    <a:bodyPr/>
                    <a:lstStyle/>
                    <a:p>
                      <a:pPr marL="285750" indent="-285750">
                        <a:buClr>
                          <a:srgbClr val="0070C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ZA" sz="1400" b="0" i="0" u="none" strike="noStrike" cap="none" spc="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Arial"/>
                          <a:sym typeface="Arial"/>
                        </a:rPr>
                        <a:t>The system must implement rolling buffers to store data continuously</a:t>
                      </a:r>
                      <a:endParaRPr lang="en-ZA" dirty="0">
                        <a:solidFill>
                          <a:schemeClr val="bg1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Clr>
                          <a:srgbClr val="0070C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ZA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The system must classify stress states accurately (Tsai et al.[1])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06877421"/>
                  </a:ext>
                </a:extLst>
              </a:tr>
              <a:tr h="683472">
                <a:tc>
                  <a:txBody>
                    <a:bodyPr/>
                    <a:lstStyle/>
                    <a:p>
                      <a:pPr marL="285750" indent="-285750">
                        <a:buClr>
                          <a:srgbClr val="0070C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ZA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The system must successfully identify deviated heart rates sustained for 5 minutes (Peters et al [4)]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Clr>
                          <a:srgbClr val="0070C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ZA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Successful mobile UI updates of stress state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25836403"/>
                  </a:ext>
                </a:extLst>
              </a:tr>
              <a:tr h="683472">
                <a:tc>
                  <a:txBody>
                    <a:bodyPr/>
                    <a:lstStyle/>
                    <a:p>
                      <a:pPr marL="285750" indent="-285750">
                        <a:buClr>
                          <a:srgbClr val="0070C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ZA" sz="1400" b="0" i="0" u="none" strike="noStrike" cap="none" spc="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Arial"/>
                          <a:sym typeface="Arial"/>
                        </a:rPr>
                        <a:t>Push notifications to user’s mobile device upon detection of moderate, severe or extreme stress</a:t>
                      </a:r>
                      <a:endParaRPr lang="en-ZA" dirty="0">
                        <a:solidFill>
                          <a:schemeClr val="bg1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Clr>
                          <a:srgbClr val="0070C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ZA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Audible and haptic alerts for 5 to 10 seconds upon severe/extreme stress detection (Harrington and Narayanswami [3])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17013023"/>
                  </a:ext>
                </a:extLst>
              </a:tr>
              <a:tr h="683472">
                <a:tc>
                  <a:txBody>
                    <a:bodyPr/>
                    <a:lstStyle/>
                    <a:p>
                      <a:pPr marL="285750" indent="-285750">
                        <a:buClr>
                          <a:srgbClr val="0070C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Remote notifications are sent out to selected emergency contacts when extreme stress states are detected.</a:t>
                      </a:r>
                      <a:endParaRPr lang="en-ZA" dirty="0">
                        <a:solidFill>
                          <a:schemeClr val="bg1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Clr>
                          <a:srgbClr val="0070C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ZA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The system pairs successfully via Bluetooth to the hardware sensor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51825714"/>
                  </a:ext>
                </a:extLst>
              </a:tr>
              <a:tr h="683472">
                <a:tc>
                  <a:txBody>
                    <a:bodyPr/>
                    <a:lstStyle/>
                    <a:p>
                      <a:pPr marL="285750" indent="-285750">
                        <a:buClr>
                          <a:srgbClr val="0070C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ZA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The system must be ergonomic to use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Clr>
                          <a:srgbClr val="0070C0"/>
                        </a:buClr>
                        <a:buFont typeface="Arial" panose="020B0604020202020204" pitchFamily="34" charset="0"/>
                        <a:buChar char="•"/>
                      </a:pPr>
                      <a:endParaRPr lang="en-ZA" dirty="0">
                        <a:solidFill>
                          <a:schemeClr val="bg1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9826929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06">
          <a:extLst>
            <a:ext uri="{FF2B5EF4-FFF2-40B4-BE49-F238E27FC236}">
              <a16:creationId xmlns:a16="http://schemas.microsoft.com/office/drawing/2014/main" id="{359E5C01-F50E-10FB-68A9-EE6D935F9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7" name="Google Shape;3207;p61">
            <a:extLst>
              <a:ext uri="{FF2B5EF4-FFF2-40B4-BE49-F238E27FC236}">
                <a16:creationId xmlns:a16="http://schemas.microsoft.com/office/drawing/2014/main" id="{5655B017-E804-5FD3-C4E6-9324828B30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5735" y="219076"/>
            <a:ext cx="6832530" cy="7924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>
                <a:solidFill>
                  <a:schemeClr val="tx2"/>
                </a:solidFill>
              </a:rPr>
              <a:t>Performance metrics of system</a:t>
            </a:r>
            <a:endParaRPr sz="4800" dirty="0">
              <a:solidFill>
                <a:schemeClr val="tx2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EACC91-557D-81A9-21C0-7C327AFC93C5}"/>
              </a:ext>
            </a:extLst>
          </p:cNvPr>
          <p:cNvSpPr txBox="1"/>
          <p:nvPr/>
        </p:nvSpPr>
        <p:spPr>
          <a:xfrm>
            <a:off x="1428750" y="1249681"/>
            <a:ext cx="314325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The stress state classification accuracy must be between 65 – 70%. (Tsai et al.[1])</a:t>
            </a:r>
          </a:p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dirty="0">
              <a:solidFill>
                <a:schemeClr val="bg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Alert dispatch (to Haptic cuff) occurs within 60s  from the </a:t>
            </a:r>
            <a:r>
              <a:rPr lang="en-US" dirty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moment extreme stress states are determined</a:t>
            </a:r>
            <a:r>
              <a:rPr lang="en-ZA" dirty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. (Salahuddin et al. [5])</a:t>
            </a:r>
          </a:p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dirty="0">
              <a:solidFill>
                <a:schemeClr val="bg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Alert dispatch (on the users phone) occurs </a:t>
            </a:r>
            <a:r>
              <a:rPr lang="en-US" dirty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within 10s from the moment the “alarm window” lapses for severe heart rates (P2).</a:t>
            </a:r>
            <a:endParaRPr lang="en-ZA" dirty="0">
              <a:solidFill>
                <a:schemeClr val="bg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dirty="0">
              <a:solidFill>
                <a:schemeClr val="bg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411DE0-8F4D-3A84-0626-F3FA9F9DE10B}"/>
              </a:ext>
            </a:extLst>
          </p:cNvPr>
          <p:cNvSpPr txBox="1"/>
          <p:nvPr/>
        </p:nvSpPr>
        <p:spPr>
          <a:xfrm>
            <a:off x="4724399" y="1249681"/>
            <a:ext cx="314325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False-alert rate of at most 35-40%. (derived from </a:t>
            </a:r>
            <a:r>
              <a:rPr lang="en-ZA" dirty="0" err="1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Koldijk</a:t>
            </a:r>
            <a:r>
              <a:rPr lang="en-ZA" dirty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 et al. [6]) </a:t>
            </a:r>
          </a:p>
          <a:p>
            <a:pPr marL="342900" indent="-342900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dirty="0">
              <a:solidFill>
                <a:schemeClr val="bg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342900" indent="-342900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The system is considered “comfortable to wear” by majority of users (to be conducted via a survey where more than 50% of candidates agree that system is subjectively comfortable)</a:t>
            </a:r>
          </a:p>
          <a:p>
            <a:pPr marL="342900" indent="-342900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dirty="0">
              <a:solidFill>
                <a:schemeClr val="bg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>
              <a:buClr>
                <a:srgbClr val="00B0F0"/>
              </a:buClr>
            </a:pPr>
            <a:endParaRPr lang="en-ZA" dirty="0">
              <a:solidFill>
                <a:schemeClr val="bg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60749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7" name="Google Shape;3317;p67"/>
          <p:cNvSpPr txBox="1">
            <a:spLocks noGrp="1"/>
          </p:cNvSpPr>
          <p:nvPr>
            <p:ph type="title"/>
          </p:nvPr>
        </p:nvSpPr>
        <p:spPr>
          <a:xfrm>
            <a:off x="713250" y="196625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2"/>
                </a:solidFill>
              </a:rPr>
              <a:t>The project so far</a:t>
            </a:r>
            <a:endParaRPr dirty="0">
              <a:solidFill>
                <a:schemeClr val="tx2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1F8D97-A743-E636-17D4-600E95FFC99C}"/>
              </a:ext>
            </a:extLst>
          </p:cNvPr>
          <p:cNvSpPr txBox="1"/>
          <p:nvPr/>
        </p:nvSpPr>
        <p:spPr>
          <a:xfrm>
            <a:off x="1741244" y="1059769"/>
            <a:ext cx="6581774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sz="1600" dirty="0">
                <a:solidFill>
                  <a:schemeClr val="bg1"/>
                </a:solidFill>
              </a:rPr>
              <a:t>Android build (debug mode) of the mobile application</a:t>
            </a:r>
          </a:p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sz="1600" dirty="0">
              <a:solidFill>
                <a:schemeClr val="bg1"/>
              </a:solidFill>
            </a:endParaRPr>
          </a:p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sz="1600" dirty="0">
                <a:solidFill>
                  <a:schemeClr val="bg1"/>
                </a:solidFill>
              </a:rPr>
              <a:t>Sourced optical heartrate sensor</a:t>
            </a:r>
          </a:p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sz="1600" dirty="0">
              <a:solidFill>
                <a:schemeClr val="bg1"/>
              </a:solidFill>
            </a:endParaRPr>
          </a:p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sz="1600" dirty="0">
                <a:solidFill>
                  <a:schemeClr val="bg1"/>
                </a:solidFill>
              </a:rPr>
              <a:t>Scanning for and pairing with nearby compatible optical heart rate sensors</a:t>
            </a:r>
          </a:p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sz="1600" dirty="0">
              <a:solidFill>
                <a:schemeClr val="bg1"/>
              </a:solidFill>
            </a:endParaRPr>
          </a:p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sz="1600" dirty="0">
                <a:solidFill>
                  <a:schemeClr val="bg1"/>
                </a:solidFill>
              </a:rPr>
              <a:t>Display of heart rate data</a:t>
            </a:r>
          </a:p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sz="1600" dirty="0">
              <a:solidFill>
                <a:schemeClr val="bg1"/>
              </a:solidFill>
            </a:endParaRPr>
          </a:p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sz="1600" dirty="0">
                <a:solidFill>
                  <a:schemeClr val="bg1"/>
                </a:solidFill>
              </a:rPr>
              <a:t>Display of pulse-to-pulse intervals (Park et al. [7])</a:t>
            </a:r>
          </a:p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sz="1600" dirty="0">
              <a:solidFill>
                <a:schemeClr val="bg1"/>
              </a:solidFill>
            </a:endParaRPr>
          </a:p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sz="1600" dirty="0">
                <a:solidFill>
                  <a:schemeClr val="bg1"/>
                </a:solidFill>
              </a:rPr>
              <a:t>Formulated full paper design and system architecture</a:t>
            </a:r>
          </a:p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sz="1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796540-A2D9-EC02-64AE-43270099A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8420" y="0"/>
            <a:ext cx="6547160" cy="749017"/>
          </a:xfrm>
        </p:spPr>
        <p:txBody>
          <a:bodyPr/>
          <a:lstStyle/>
          <a:p>
            <a:r>
              <a:rPr lang="en-ZA" dirty="0">
                <a:solidFill>
                  <a:schemeClr val="tx2"/>
                </a:solidFill>
              </a:rPr>
              <a:t>What lies ahead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19A537BA-CC6F-2592-07E8-4A3D29F816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29797" y="749017"/>
            <a:ext cx="7668726" cy="3485271"/>
          </a:xfrm>
        </p:spPr>
        <p:txBody>
          <a:bodyPr/>
          <a:lstStyle/>
          <a:p>
            <a:pPr marL="482600" indent="-342900" algn="l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dirty="0"/>
              <a:t>Breath rate signal processing (Lazaro et al. [8], Costanzo et al. [9])</a:t>
            </a:r>
          </a:p>
          <a:p>
            <a:pPr marL="482600" indent="-342900" algn="l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dirty="0"/>
          </a:p>
          <a:p>
            <a:pPr marL="482600" indent="-342900" algn="l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dirty="0"/>
              <a:t>Stress detection algorithm verification (heart/breath rate deviation) </a:t>
            </a:r>
          </a:p>
          <a:p>
            <a:pPr marL="482600" indent="-342900" algn="l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dirty="0"/>
          </a:p>
          <a:p>
            <a:pPr marL="482600" indent="-342900" algn="l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dirty="0"/>
              <a:t>HRV computation (Malik et al. [2])</a:t>
            </a:r>
          </a:p>
          <a:p>
            <a:pPr marL="482600" indent="-342900" algn="l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dirty="0"/>
          </a:p>
          <a:p>
            <a:pPr marL="482600" indent="-342900" algn="l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dirty="0"/>
              <a:t>Machine learning model implementation (Tsai et al. [1])</a:t>
            </a:r>
          </a:p>
          <a:p>
            <a:pPr marL="482600" indent="-342900" algn="l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dirty="0"/>
          </a:p>
          <a:p>
            <a:pPr marL="482600" indent="-342900" algn="l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dirty="0"/>
              <a:t>Hardware construction (Haptic cuff)</a:t>
            </a:r>
          </a:p>
          <a:p>
            <a:pPr marL="482600" indent="-342900" algn="l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dirty="0"/>
          </a:p>
          <a:p>
            <a:pPr marL="482600" indent="-342900" algn="l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dirty="0"/>
              <a:t>System integration and testing for hardware/software pipeline</a:t>
            </a:r>
          </a:p>
          <a:p>
            <a:pPr marL="482600" indent="-342900" algn="l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dirty="0"/>
          </a:p>
          <a:p>
            <a:pPr marL="482600" indent="-342900" algn="l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dirty="0"/>
              <a:t>Performance validation in the real world</a:t>
            </a:r>
          </a:p>
          <a:p>
            <a:pPr marL="482600" indent="-342900" algn="l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C144484-A8B7-C981-F1F3-1B70E9E074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6500501"/>
              </p:ext>
            </p:extLst>
          </p:nvPr>
        </p:nvGraphicFramePr>
        <p:xfrm>
          <a:off x="846666" y="826558"/>
          <a:ext cx="7717500" cy="3780611"/>
        </p:xfrm>
        <a:graphic>
          <a:graphicData uri="http://schemas.openxmlformats.org/drawingml/2006/table">
            <a:tbl>
              <a:tblPr firstRow="1" bandRow="1">
                <a:tableStyleId>{89891868-D20A-4FA1-B234-CD7D8489C38B}</a:tableStyleId>
              </a:tblPr>
              <a:tblGrid>
                <a:gridCol w="2572500">
                  <a:extLst>
                    <a:ext uri="{9D8B030D-6E8A-4147-A177-3AD203B41FA5}">
                      <a16:colId xmlns:a16="http://schemas.microsoft.com/office/drawing/2014/main" val="1586389935"/>
                    </a:ext>
                  </a:extLst>
                </a:gridCol>
                <a:gridCol w="2572500">
                  <a:extLst>
                    <a:ext uri="{9D8B030D-6E8A-4147-A177-3AD203B41FA5}">
                      <a16:colId xmlns:a16="http://schemas.microsoft.com/office/drawing/2014/main" val="3669686146"/>
                    </a:ext>
                  </a:extLst>
                </a:gridCol>
                <a:gridCol w="2572500">
                  <a:extLst>
                    <a:ext uri="{9D8B030D-6E8A-4147-A177-3AD203B41FA5}">
                      <a16:colId xmlns:a16="http://schemas.microsoft.com/office/drawing/2014/main" val="3453562148"/>
                    </a:ext>
                  </a:extLst>
                </a:gridCol>
              </a:tblGrid>
              <a:tr h="315634">
                <a:tc>
                  <a:txBody>
                    <a:bodyPr/>
                    <a:lstStyle/>
                    <a:p>
                      <a:r>
                        <a:rPr lang="en-ZA" sz="1400" dirty="0">
                          <a:solidFill>
                            <a:srgbClr val="00B0F0"/>
                          </a:solidFill>
                          <a:latin typeface="Play" panose="020B0604020202020204" charset="0"/>
                        </a:rPr>
                        <a:t>GA1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sz="1400" dirty="0">
                          <a:solidFill>
                            <a:srgbClr val="00B0F0"/>
                          </a:solidFill>
                          <a:latin typeface="Play" panose="020B0604020202020204" charset="0"/>
                        </a:rPr>
                        <a:t>GA2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sz="1400" dirty="0">
                          <a:solidFill>
                            <a:srgbClr val="00B0F0"/>
                          </a:solidFill>
                          <a:latin typeface="Play" panose="020B0604020202020204" charset="0"/>
                        </a:rPr>
                        <a:t>GA3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230126"/>
                  </a:ext>
                </a:extLst>
              </a:tr>
              <a:tr h="3464977">
                <a:tc>
                  <a:txBody>
                    <a:bodyPr/>
                    <a:lstStyle/>
                    <a:p>
                      <a:pPr marL="285750" indent="-285750"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ZA" sz="13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Identified CEP in phase 2 (problem definition) </a:t>
                      </a:r>
                    </a:p>
                    <a:p>
                      <a:pPr marL="285750" indent="-285750"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</a:pPr>
                      <a:endParaRPr lang="en-ZA" sz="1300" dirty="0">
                        <a:solidFill>
                          <a:schemeClr val="bg1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pPr marL="285750" indent="-285750"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ZA" sz="13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Conducted literature review on PPG/ECG methods for heart rate and heart rate variability metrics derivation, baseline deviations established targets</a:t>
                      </a:r>
                    </a:p>
                    <a:p>
                      <a:pPr marL="285750" indent="-285750"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</a:pPr>
                      <a:endParaRPr lang="en-ZA" sz="1300" dirty="0">
                        <a:solidFill>
                          <a:schemeClr val="bg1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pPr marL="285750" indent="-285750"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ZA" sz="13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Conducted feasibility analysis on link latency,  formulated system architecture via block diagrams and mathematical equations</a:t>
                      </a:r>
                    </a:p>
                    <a:p>
                      <a:pPr marL="285750" indent="-285750"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</a:pPr>
                      <a:endParaRPr lang="en-ZA" sz="1300" dirty="0">
                        <a:solidFill>
                          <a:schemeClr val="bg1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endParaRPr lang="en-ZA" sz="1300" dirty="0">
                        <a:solidFill>
                          <a:schemeClr val="bg1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indent="-171450"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Researched biological signals, including heart health metrics, Pulse-to-pulse intervals (PPI), Photoplethysmography (PPG) waveforms, and stress responses</a:t>
                      </a:r>
                    </a:p>
                    <a:p>
                      <a:pPr marL="171450" indent="-171450"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</a:pPr>
                      <a:endParaRPr lang="en-US" sz="1300" dirty="0">
                        <a:solidFill>
                          <a:schemeClr val="bg1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pPr marL="171450" indent="-171450"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ZA" sz="13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Modelled baseline deviation and signal processing using mathematical principles</a:t>
                      </a:r>
                    </a:p>
                    <a:p>
                      <a:pPr marL="171450" indent="-171450"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</a:pPr>
                      <a:endParaRPr lang="en-ZA" sz="1300" dirty="0">
                        <a:solidFill>
                          <a:schemeClr val="bg1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pPr marL="171450" indent="-171450"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ZA" sz="13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Formulated multi-tiered approach to determine stress states and application of machine learning principles using decision trees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indent="-171450"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Top-down design that broke the complex problem of physiological stress detection into a signal processing, embedded systems and machine learning problem</a:t>
                      </a:r>
                    </a:p>
                    <a:p>
                      <a:pPr marL="171450" indent="-171450"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</a:pPr>
                      <a:endParaRPr lang="en-US" sz="1300" dirty="0">
                        <a:solidFill>
                          <a:schemeClr val="bg1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pPr marL="171450" indent="-171450"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Designed and mapped the system interaction logic connecting the mobile application, BLE sensor, and haptic feedback actuator circuit diagram</a:t>
                      </a:r>
                      <a:endParaRPr lang="en-ZA" sz="1300" dirty="0">
                        <a:solidFill>
                          <a:schemeClr val="bg1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pPr marL="0" indent="0">
                        <a:buClr>
                          <a:schemeClr val="tx2"/>
                        </a:buClr>
                        <a:buFont typeface="Arial" panose="020B0604020202020204" pitchFamily="34" charset="0"/>
                        <a:buNone/>
                      </a:pPr>
                      <a:endParaRPr lang="en-US" sz="1300" dirty="0">
                        <a:solidFill>
                          <a:schemeClr val="bg1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0482253"/>
                  </a:ext>
                </a:extLst>
              </a:tr>
            </a:tbl>
          </a:graphicData>
        </a:graphic>
      </p:graphicFrame>
      <p:sp>
        <p:nvSpPr>
          <p:cNvPr id="2991" name="Google Shape;2991;p52"/>
          <p:cNvSpPr txBox="1">
            <a:spLocks noGrp="1"/>
          </p:cNvSpPr>
          <p:nvPr>
            <p:ph type="title"/>
          </p:nvPr>
        </p:nvSpPr>
        <p:spPr>
          <a:xfrm>
            <a:off x="846666" y="134412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2"/>
                </a:solidFill>
              </a:rPr>
              <a:t>GA’s: What’s been done</a:t>
            </a:r>
            <a:endParaRPr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C7477F3-8DD3-6CAC-6946-F1AC49A82C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0362795"/>
              </p:ext>
            </p:extLst>
          </p:nvPr>
        </p:nvGraphicFramePr>
        <p:xfrm>
          <a:off x="1309511" y="1353419"/>
          <a:ext cx="7029939" cy="2992803"/>
        </p:xfrm>
        <a:graphic>
          <a:graphicData uri="http://schemas.openxmlformats.org/drawingml/2006/table">
            <a:tbl>
              <a:tblPr firstRow="1" bandRow="1">
                <a:tableStyleId>{89891868-D20A-4FA1-B234-CD7D8489C38B}</a:tableStyleId>
              </a:tblPr>
              <a:tblGrid>
                <a:gridCol w="2343313">
                  <a:extLst>
                    <a:ext uri="{9D8B030D-6E8A-4147-A177-3AD203B41FA5}">
                      <a16:colId xmlns:a16="http://schemas.microsoft.com/office/drawing/2014/main" val="1586389935"/>
                    </a:ext>
                  </a:extLst>
                </a:gridCol>
                <a:gridCol w="2343313">
                  <a:extLst>
                    <a:ext uri="{9D8B030D-6E8A-4147-A177-3AD203B41FA5}">
                      <a16:colId xmlns:a16="http://schemas.microsoft.com/office/drawing/2014/main" val="3669686146"/>
                    </a:ext>
                  </a:extLst>
                </a:gridCol>
                <a:gridCol w="2343313">
                  <a:extLst>
                    <a:ext uri="{9D8B030D-6E8A-4147-A177-3AD203B41FA5}">
                      <a16:colId xmlns:a16="http://schemas.microsoft.com/office/drawing/2014/main" val="3453562148"/>
                    </a:ext>
                  </a:extLst>
                </a:gridCol>
              </a:tblGrid>
              <a:tr h="465831">
                <a:tc>
                  <a:txBody>
                    <a:bodyPr/>
                    <a:lstStyle/>
                    <a:p>
                      <a:r>
                        <a:rPr lang="en-ZA" dirty="0">
                          <a:solidFill>
                            <a:srgbClr val="00B0F0"/>
                          </a:solidFill>
                          <a:latin typeface="Play" panose="020B0604020202020204" charset="0"/>
                        </a:rPr>
                        <a:t>GA1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>
                          <a:solidFill>
                            <a:srgbClr val="00B0F0"/>
                          </a:solidFill>
                          <a:latin typeface="Play" panose="020B0604020202020204" charset="0"/>
                        </a:rPr>
                        <a:t>GA2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>
                          <a:solidFill>
                            <a:srgbClr val="00B0F0"/>
                          </a:solidFill>
                          <a:latin typeface="Play" panose="020B0604020202020204" charset="0"/>
                        </a:rPr>
                        <a:t>GA3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230126"/>
                  </a:ext>
                </a:extLst>
              </a:tr>
              <a:tr h="2526972">
                <a:tc>
                  <a:txBody>
                    <a:bodyPr/>
                    <a:lstStyle/>
                    <a:p>
                      <a:r>
                        <a:rPr lang="en-ZA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Validation and testing of the solution against the previously mentioned 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Executing the mathematical models in actual code within the application, including live computation of HRV metrics, running the and testing the decision tree model on-device with real-time incoming data. </a:t>
                      </a:r>
                      <a:endParaRPr lang="en-ZA" dirty="0">
                        <a:solidFill>
                          <a:schemeClr val="bg1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Assembling the Haptic cuff and integrating hardware actuators with software triggers over wireless links</a:t>
                      </a:r>
                    </a:p>
                    <a:p>
                      <a:endParaRPr lang="en-ZA" dirty="0">
                        <a:solidFill>
                          <a:schemeClr val="bg1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r>
                        <a:rPr lang="en-ZA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Verifying the design across all 3 subsystems during system testing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0482253"/>
                  </a:ext>
                </a:extLst>
              </a:tr>
            </a:tbl>
          </a:graphicData>
        </a:graphic>
      </p:graphicFrame>
      <p:sp>
        <p:nvSpPr>
          <p:cNvPr id="10" name="Google Shape;2991;p52">
            <a:extLst>
              <a:ext uri="{FF2B5EF4-FFF2-40B4-BE49-F238E27FC236}">
                <a16:creationId xmlns:a16="http://schemas.microsoft.com/office/drawing/2014/main" id="{FCFCA337-D326-5B47-AEFE-97C85C7F7881}"/>
              </a:ext>
            </a:extLst>
          </p:cNvPr>
          <p:cNvSpPr txBox="1">
            <a:spLocks/>
          </p:cNvSpPr>
          <p:nvPr/>
        </p:nvSpPr>
        <p:spPr>
          <a:xfrm>
            <a:off x="713250" y="319078"/>
            <a:ext cx="7717500" cy="47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r>
              <a:rPr lang="en-ZA" dirty="0">
                <a:solidFill>
                  <a:schemeClr val="tx2"/>
                </a:solidFill>
              </a:rPr>
              <a:t>GA’s: What’s left to do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0" name="Google Shape;3220;p62"/>
          <p:cNvSpPr txBox="1">
            <a:spLocks noGrp="1"/>
          </p:cNvSpPr>
          <p:nvPr>
            <p:ph type="title"/>
          </p:nvPr>
        </p:nvSpPr>
        <p:spPr>
          <a:xfrm>
            <a:off x="3168513" y="-111127"/>
            <a:ext cx="4730400" cy="681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2"/>
                </a:solidFill>
              </a:rPr>
              <a:t>Work Plan</a:t>
            </a:r>
            <a:endParaRPr dirty="0">
              <a:solidFill>
                <a:schemeClr val="tx2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45AE48-AC41-F2C8-EBE7-2559392A76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438" y="813713"/>
            <a:ext cx="8744392" cy="363636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2" name="Google Shape;2732;p47"/>
          <p:cNvSpPr txBox="1">
            <a:spLocks noGrp="1"/>
          </p:cNvSpPr>
          <p:nvPr>
            <p:ph type="title"/>
          </p:nvPr>
        </p:nvSpPr>
        <p:spPr>
          <a:xfrm>
            <a:off x="631163" y="117495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2"/>
                </a:solidFill>
              </a:rPr>
              <a:t>References</a:t>
            </a:r>
            <a:endParaRPr dirty="0">
              <a:solidFill>
                <a:schemeClr val="tx2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8A55998-D5F9-9D20-AA80-D37028F5DB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0867458"/>
              </p:ext>
            </p:extLst>
          </p:nvPr>
        </p:nvGraphicFramePr>
        <p:xfrm>
          <a:off x="1266092" y="727319"/>
          <a:ext cx="6693877" cy="3901440"/>
        </p:xfrm>
        <a:graphic>
          <a:graphicData uri="http://schemas.openxmlformats.org/drawingml/2006/table">
            <a:tbl>
              <a:tblPr firstRow="1" bandRow="1">
                <a:tableStyleId>{89891868-D20A-4FA1-B234-CD7D8489C38B}</a:tableStyleId>
              </a:tblPr>
              <a:tblGrid>
                <a:gridCol w="382839">
                  <a:extLst>
                    <a:ext uri="{9D8B030D-6E8A-4147-A177-3AD203B41FA5}">
                      <a16:colId xmlns:a16="http://schemas.microsoft.com/office/drawing/2014/main" val="586281373"/>
                    </a:ext>
                  </a:extLst>
                </a:gridCol>
                <a:gridCol w="6311038">
                  <a:extLst>
                    <a:ext uri="{9D8B030D-6E8A-4147-A177-3AD203B41FA5}">
                      <a16:colId xmlns:a16="http://schemas.microsoft.com/office/drawing/2014/main" val="1191752557"/>
                    </a:ext>
                  </a:extLst>
                </a:gridCol>
              </a:tblGrid>
              <a:tr h="180438">
                <a:tc>
                  <a:txBody>
                    <a:bodyPr/>
                    <a:lstStyle/>
                    <a:p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[1]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ZA" sz="110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Y.-Y. Tsai, Y.-J. Chen, Y.-F. Lin, F.-C. Hsiao, C.-H. Hsu, and L.-D. Liao, “Photoplethysmography-based HRV analysis and machine learning for real-time stress quantification in mental health applications,” </a:t>
                      </a:r>
                      <a:r>
                        <a:rPr lang="en-ZA" sz="1100" i="1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APL Bioengineering</a:t>
                      </a:r>
                      <a:r>
                        <a:rPr lang="en-ZA" sz="110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vol. 9, no. 2, p. 026103, Jun. 2025, </a:t>
                      </a:r>
                      <a:r>
                        <a:rPr lang="en-ZA" sz="1100" dirty="0" err="1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doi</a:t>
                      </a:r>
                      <a:r>
                        <a:rPr lang="en-ZA" sz="110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: 10.1063/5.0256590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54677655"/>
                  </a:ext>
                </a:extLst>
              </a:tr>
              <a:tr h="260155">
                <a:tc>
                  <a:txBody>
                    <a:bodyPr/>
                    <a:lstStyle/>
                    <a:p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[2]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M. Malik </a:t>
                      </a:r>
                      <a:r>
                        <a:rPr lang="en-ZA" sz="1100" i="1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et al.</a:t>
                      </a:r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“Heart rate variability: Standards of measurement, physiological interpretation, and clinical use,” </a:t>
                      </a:r>
                      <a:r>
                        <a:rPr lang="en-ZA" sz="1100" i="1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European Heart Journal</a:t>
                      </a:r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vol. 17, no. 3, pp. 354–381, Mar. 1996, </a:t>
                      </a:r>
                      <a:r>
                        <a:rPr lang="en-ZA" sz="1100" dirty="0" err="1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doi</a:t>
                      </a:r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: 10.1093/oxfordjournals.eurheartj.a014868</a:t>
                      </a:r>
                      <a:endParaRPr lang="en-ZA" sz="1100" dirty="0">
                        <a:solidFill>
                          <a:schemeClr val="bg1"/>
                        </a:solidFill>
                        <a:effectLst/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10534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[3]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N. J. Harrington and C. Narayanaswami, “Method and system for improving driver safety and situational awareness,” US7692552B2, Apr. 06, 2010 Accessed: Sep. 12, 2026. [Online]. Available: https://patents.google.com/patent/US7692552B2/en</a:t>
                      </a:r>
                      <a:endParaRPr lang="en-ZA" sz="1100" dirty="0">
                        <a:solidFill>
                          <a:schemeClr val="bg1"/>
                        </a:solidFill>
                        <a:effectLst/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661543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[4]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G. M. Peters, R. V. Peelen, V. J. </a:t>
                      </a:r>
                      <a:r>
                        <a:rPr lang="en-ZA" sz="1100" dirty="0" err="1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Gilissen</a:t>
                      </a:r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M. V. Koning, W. H. Van Harten, and C. J. M. </a:t>
                      </a:r>
                      <a:r>
                        <a:rPr lang="en-ZA" sz="1100" dirty="0" err="1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Doggen</a:t>
                      </a:r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“Detecting Patient Deterioration Early Using Continuous Heart rate and Respiratory rate Measurements in Hospitalized COVID-19 Patients,” </a:t>
                      </a:r>
                      <a:r>
                        <a:rPr lang="en-ZA" sz="1100" i="1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J Med </a:t>
                      </a:r>
                      <a:r>
                        <a:rPr lang="en-ZA" sz="1100" i="1" dirty="0" err="1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Syst</a:t>
                      </a:r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vol. 47, no. 1, p. 12, Jan. 2023, </a:t>
                      </a:r>
                      <a:r>
                        <a:rPr lang="en-ZA" sz="1100" dirty="0" err="1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doi</a:t>
                      </a:r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: 10.1007/s10916-022-01898-w.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026607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[5]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L. Salahuddin, J. Cho, M. G. Jeong, and D. Kim, “Ultra Short Term Analysis of Heart Rate Variability for Monitoring Mental Stress in Mobile Settings,” in </a:t>
                      </a:r>
                      <a:r>
                        <a:rPr lang="en-ZA" sz="1100" i="1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2007 29th Annual International Conference of the IEEE Engineering in Medicine and Biology Society</a:t>
                      </a:r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Lyon, France: IEEE, Aug. 2007, pp. 4656–4659. </a:t>
                      </a:r>
                      <a:r>
                        <a:rPr lang="en-ZA" sz="1100" dirty="0" err="1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doi</a:t>
                      </a:r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: 10.1109/IEMBS.2007.4353378.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321236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[6]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ZA" sz="1100" b="0" i="0" u="none" strike="noStrike" cap="none" spc="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Arial"/>
                          <a:sym typeface="Arial"/>
                        </a:rPr>
                        <a:t>S. </a:t>
                      </a:r>
                      <a:r>
                        <a:rPr lang="en-ZA" sz="1100" b="0" i="0" u="none" strike="noStrike" cap="none" spc="0" dirty="0" err="1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Arial"/>
                          <a:sym typeface="Arial"/>
                        </a:rPr>
                        <a:t>Koldijk</a:t>
                      </a:r>
                      <a:r>
                        <a:rPr lang="en-ZA" sz="1100" b="0" i="0" u="none" strike="noStrike" cap="none" spc="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Arial"/>
                          <a:sym typeface="Arial"/>
                        </a:rPr>
                        <a:t>, M. </a:t>
                      </a:r>
                      <a:r>
                        <a:rPr lang="en-ZA" sz="1100" b="0" i="0" u="none" strike="noStrike" cap="none" spc="0" dirty="0" err="1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Arial"/>
                          <a:sym typeface="Arial"/>
                        </a:rPr>
                        <a:t>Sappelli</a:t>
                      </a:r>
                      <a:r>
                        <a:rPr lang="en-ZA" sz="1100" b="0" i="0" u="none" strike="noStrike" cap="none" spc="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Arial"/>
                          <a:sym typeface="Arial"/>
                        </a:rPr>
                        <a:t>, S. Verberne, M. A. </a:t>
                      </a:r>
                      <a:r>
                        <a:rPr lang="en-ZA" sz="1100" b="0" i="0" u="none" strike="noStrike" cap="none" spc="0" dirty="0" err="1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Arial"/>
                          <a:sym typeface="Arial"/>
                        </a:rPr>
                        <a:t>Neerincx</a:t>
                      </a:r>
                      <a:r>
                        <a:rPr lang="en-ZA" sz="1100" b="0" i="0" u="none" strike="noStrike" cap="none" spc="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Arial"/>
                          <a:sym typeface="Arial"/>
                        </a:rPr>
                        <a:t>, and W. </a:t>
                      </a:r>
                      <a:r>
                        <a:rPr lang="en-ZA" sz="1100" b="0" i="0" u="none" strike="noStrike" cap="none" spc="0" dirty="0" err="1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Arial"/>
                          <a:sym typeface="Arial"/>
                        </a:rPr>
                        <a:t>Kraaij</a:t>
                      </a:r>
                      <a:r>
                        <a:rPr lang="en-ZA" sz="1100" b="0" i="0" u="none" strike="noStrike" cap="none" spc="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Arial"/>
                          <a:sym typeface="Arial"/>
                        </a:rPr>
                        <a:t>, “The SWELL Knowledge Work Dataset for Stress and User </a:t>
                      </a:r>
                      <a:r>
                        <a:rPr lang="en-ZA" sz="1100" b="0" i="0" u="none" strike="noStrike" cap="none" spc="0" dirty="0" err="1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Arial"/>
                          <a:sym typeface="Arial"/>
                        </a:rPr>
                        <a:t>Modeling</a:t>
                      </a:r>
                      <a:r>
                        <a:rPr lang="en-ZA" sz="1100" b="0" i="0" u="none" strike="noStrike" cap="none" spc="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Arial"/>
                          <a:sym typeface="Arial"/>
                        </a:rPr>
                        <a:t> Research,” in </a:t>
                      </a:r>
                      <a:r>
                        <a:rPr lang="en-ZA" sz="1100" b="0" i="1" u="none" strike="noStrike" cap="none" spc="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Arial"/>
                          <a:sym typeface="Arial"/>
                        </a:rPr>
                        <a:t>Proceedings of the 16th International Conference on Multimodal Interaction</a:t>
                      </a:r>
                      <a:r>
                        <a:rPr lang="en-ZA" sz="1100" b="0" i="0" u="none" strike="noStrike" cap="none" spc="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Arial"/>
                          <a:sym typeface="Arial"/>
                        </a:rPr>
                        <a:t>, Istanbul Turkey: ACM, Nov. 2014, pp. 291–298. </a:t>
                      </a:r>
                      <a:r>
                        <a:rPr lang="en-ZA" sz="1100" b="0" i="0" u="none" strike="noStrike" cap="none" spc="0" dirty="0" err="1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Arial"/>
                          <a:sym typeface="Arial"/>
                        </a:rPr>
                        <a:t>doi</a:t>
                      </a:r>
                      <a:r>
                        <a:rPr lang="en-ZA" sz="1100" b="0" i="0" u="none" strike="noStrike" cap="none" spc="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Arial"/>
                          <a:sym typeface="Arial"/>
                        </a:rPr>
                        <a:t>: 10.1145/2663204.2663257</a:t>
                      </a:r>
                      <a:endParaRPr lang="en-ZA" sz="1100" dirty="0">
                        <a:solidFill>
                          <a:schemeClr val="bg1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5432164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25">
          <a:extLst>
            <a:ext uri="{FF2B5EF4-FFF2-40B4-BE49-F238E27FC236}">
              <a16:creationId xmlns:a16="http://schemas.microsoft.com/office/drawing/2014/main" id="{88B0C7F5-FB94-7465-2249-3EB5AA4AB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2" name="Google Shape;2732;p47">
            <a:extLst>
              <a:ext uri="{FF2B5EF4-FFF2-40B4-BE49-F238E27FC236}">
                <a16:creationId xmlns:a16="http://schemas.microsoft.com/office/drawing/2014/main" id="{F9857033-02E1-4898-A3B5-97CAFAC345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163" y="117495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2"/>
                </a:solidFill>
              </a:rPr>
              <a:t>References</a:t>
            </a:r>
            <a:endParaRPr dirty="0">
              <a:solidFill>
                <a:schemeClr val="tx2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ABECABA-88FB-CACB-940C-89440A18A9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1598718"/>
              </p:ext>
            </p:extLst>
          </p:nvPr>
        </p:nvGraphicFramePr>
        <p:xfrm>
          <a:off x="1266092" y="727319"/>
          <a:ext cx="6693877" cy="1280160"/>
        </p:xfrm>
        <a:graphic>
          <a:graphicData uri="http://schemas.openxmlformats.org/drawingml/2006/table">
            <a:tbl>
              <a:tblPr firstRow="1" bandRow="1">
                <a:tableStyleId>{89891868-D20A-4FA1-B234-CD7D8489C38B}</a:tableStyleId>
              </a:tblPr>
              <a:tblGrid>
                <a:gridCol w="382839">
                  <a:extLst>
                    <a:ext uri="{9D8B030D-6E8A-4147-A177-3AD203B41FA5}">
                      <a16:colId xmlns:a16="http://schemas.microsoft.com/office/drawing/2014/main" val="586281373"/>
                    </a:ext>
                  </a:extLst>
                </a:gridCol>
                <a:gridCol w="6311038">
                  <a:extLst>
                    <a:ext uri="{9D8B030D-6E8A-4147-A177-3AD203B41FA5}">
                      <a16:colId xmlns:a16="http://schemas.microsoft.com/office/drawing/2014/main" val="1191752557"/>
                    </a:ext>
                  </a:extLst>
                </a:gridCol>
              </a:tblGrid>
              <a:tr h="180438">
                <a:tc>
                  <a:txBody>
                    <a:bodyPr/>
                    <a:lstStyle/>
                    <a:p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[7]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J. Park, H. S. Seok, S.-S. Kim, and H. Shin, “</a:t>
                      </a:r>
                      <a:r>
                        <a:rPr lang="en-US" sz="1100" dirty="0" err="1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Photoplethysmogram</a:t>
                      </a:r>
                      <a:r>
                        <a:rPr lang="en-US" sz="110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Analysis and Applications: An Integrative Review,” Front. Physiol., vol. 12, Mar. 2022, </a:t>
                      </a:r>
                      <a:r>
                        <a:rPr lang="en-US" sz="1100" dirty="0" err="1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doi</a:t>
                      </a:r>
                      <a:r>
                        <a:rPr lang="en-US" sz="110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: 10.3389/fphys.2021.808451.</a:t>
                      </a:r>
                      <a:endParaRPr lang="en-ZA" sz="1100" dirty="0">
                        <a:solidFill>
                          <a:schemeClr val="bg1"/>
                        </a:solidFill>
                        <a:effectLst/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54677655"/>
                  </a:ext>
                </a:extLst>
              </a:tr>
              <a:tr h="260155">
                <a:tc>
                  <a:txBody>
                    <a:bodyPr/>
                    <a:lstStyle/>
                    <a:p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[8]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J. Lázaro et al., “Pulse photoplethysmography derived respiration for obstructive sleep </a:t>
                      </a:r>
                      <a:r>
                        <a:rPr lang="en-ZA" sz="1100" dirty="0" err="1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apnea</a:t>
                      </a:r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detection,” in 2017 Computing in Cardiology (</a:t>
                      </a:r>
                      <a:r>
                        <a:rPr lang="en-ZA" sz="1100" dirty="0" err="1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CinC</a:t>
                      </a:r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), Sep. 2017, pp. 1–4. </a:t>
                      </a:r>
                      <a:r>
                        <a:rPr lang="en-ZA" sz="1100" dirty="0" err="1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doi</a:t>
                      </a:r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: 10.22489/CinC.2017.273-229.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10534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[9]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I. Costanzo, D. Sen, L. Rhein, and U. Guler, “Respiratory Monitoring: Current State of the Art and Future Roads,” IEEE Rev. Biomed. Eng., vol. 15, pp. 103–121, 2022, </a:t>
                      </a:r>
                      <a:r>
                        <a:rPr lang="en-US" sz="1100" dirty="0" err="1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doi</a:t>
                      </a:r>
                      <a:r>
                        <a:rPr lang="en-US" sz="110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: 10.1109/RBME.2020.3036330.</a:t>
                      </a:r>
                      <a:endParaRPr lang="en-ZA" sz="1100" dirty="0">
                        <a:solidFill>
                          <a:schemeClr val="bg1"/>
                        </a:solidFill>
                        <a:effectLst/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661543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70295791"/>
      </p:ext>
    </p:extLst>
  </p:cSld>
  <p:clrMapOvr>
    <a:masterClrMapping/>
  </p:clrMapOvr>
</p:sld>
</file>

<file path=ppt/theme/theme1.xml><?xml version="1.0" encoding="utf-8"?>
<a:theme xmlns:a="http://schemas.openxmlformats.org/drawingml/2006/main" name="Computer Science &amp; Mathematics Major For College: Computer Science &amp; Programming by Slidesgo">
  <a:themeElements>
    <a:clrScheme name="Simple Light">
      <a:dk1>
        <a:srgbClr val="000304"/>
      </a:dk1>
      <a:lt1>
        <a:srgbClr val="FFFFFF"/>
      </a:lt1>
      <a:dk2>
        <a:srgbClr val="00A4FF"/>
      </a:dk2>
      <a:lt2>
        <a:srgbClr val="E63B00"/>
      </a:lt2>
      <a:accent1>
        <a:srgbClr val="00E9FF"/>
      </a:accent1>
      <a:accent2>
        <a:srgbClr val="FFFFFF"/>
      </a:accent2>
      <a:accent3>
        <a:srgbClr val="91A7A8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</TotalTime>
  <Words>1303</Words>
  <Application>Microsoft Office PowerPoint</Application>
  <PresentationFormat>On-screen Show (16:9)</PresentationFormat>
  <Paragraphs>115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Play</vt:lpstr>
      <vt:lpstr>Source Sans Pro</vt:lpstr>
      <vt:lpstr>Arial</vt:lpstr>
      <vt:lpstr>Computer Science &amp; Mathematics Major For College: Computer Science &amp; Programming by Slidesgo</vt:lpstr>
      <vt:lpstr>FINAL DESIGN PROJECT 2026 Vitality Watchdog System</vt:lpstr>
      <vt:lpstr>TABLE OF CONTENTS</vt:lpstr>
      <vt:lpstr>Conceptual block diagram</vt:lpstr>
      <vt:lpstr>System architecture</vt:lpstr>
      <vt:lpstr>Project Specifications (summary of most important)</vt:lpstr>
      <vt:lpstr>Performance metrics of system</vt:lpstr>
      <vt:lpstr>The project so far</vt:lpstr>
      <vt:lpstr>What lies ahead</vt:lpstr>
      <vt:lpstr>GA’s: What’s been done</vt:lpstr>
      <vt:lpstr>PowerPoint Presentation</vt:lpstr>
      <vt:lpstr>Work Plan</vt:lpstr>
      <vt:lpstr>References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Orien Harichand (222012115)</cp:lastModifiedBy>
  <cp:revision>23</cp:revision>
  <dcterms:modified xsi:type="dcterms:W3CDTF">2026-09-17T04:09:55Z</dcterms:modified>
</cp:coreProperties>
</file>