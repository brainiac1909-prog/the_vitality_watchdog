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9" r:id="rId3"/>
    <p:sldId id="291" r:id="rId4"/>
    <p:sldId id="277" r:id="rId5"/>
    <p:sldId id="290" r:id="rId6"/>
    <p:sldId id="283" r:id="rId7"/>
    <p:sldId id="288" r:id="rId8"/>
    <p:sldId id="268" r:id="rId9"/>
    <p:sldId id="289" r:id="rId10"/>
    <p:sldId id="278" r:id="rId11"/>
    <p:sldId id="263" r:id="rId12"/>
  </p:sldIdLst>
  <p:sldSz cx="9144000" cy="5143500" type="screen16x9"/>
  <p:notesSz cx="6858000" cy="9144000"/>
  <p:embeddedFontLst>
    <p:embeddedFont>
      <p:font typeface="Play" panose="020B0604020202020204" charset="0"/>
      <p:regular r:id="rId15"/>
      <p:bold r:id="rId16"/>
    </p:embeddedFont>
    <p:embeddedFont>
      <p:font typeface="Source Sans Pro" panose="020B0503030403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11">
          <p15:clr>
            <a:srgbClr val="EA4335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891868-D20A-4FA1-B234-CD7D8489C38B}">
  <a:tblStyle styleId="{89891868-D20A-4FA1-B234-CD7D8489C3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>
        <p:guide pos="53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en Harichand (222012115)" userId="4838711d-1dcc-4d5d-92e3-c610e960cd6c" providerId="ADAL" clId="{D433A36F-7B0E-44B9-A8F9-1C079D119536}"/>
    <pc:docChg chg="custSel modSld">
      <pc:chgData name="Orien Harichand (222012115)" userId="4838711d-1dcc-4d5d-92e3-c610e960cd6c" providerId="ADAL" clId="{D433A36F-7B0E-44B9-A8F9-1C079D119536}" dt="2026-09-16T09:34:39.906" v="264" actId="403"/>
      <pc:docMkLst>
        <pc:docMk/>
      </pc:docMkLst>
      <pc:sldChg chg="modSp mod">
        <pc:chgData name="Orien Harichand (222012115)" userId="4838711d-1dcc-4d5d-92e3-c610e960cd6c" providerId="ADAL" clId="{D433A36F-7B0E-44B9-A8F9-1C079D119536}" dt="2026-09-16T09:32:19.129" v="181" actId="20577"/>
        <pc:sldMkLst>
          <pc:docMk/>
          <pc:sldMk cId="0" sldId="256"/>
        </pc:sldMkLst>
        <pc:spChg chg="mod">
          <ac:chgData name="Orien Harichand (222012115)" userId="4838711d-1dcc-4d5d-92e3-c610e960cd6c" providerId="ADAL" clId="{D433A36F-7B0E-44B9-A8F9-1C079D119536}" dt="2026-09-16T09:31:45.009" v="106" actId="20577"/>
          <ac:spMkLst>
            <pc:docMk/>
            <pc:sldMk cId="0" sldId="256"/>
            <ac:spMk id="2638" creationId="{00000000-0000-0000-0000-000000000000}"/>
          </ac:spMkLst>
        </pc:spChg>
        <pc:spChg chg="mod">
          <ac:chgData name="Orien Harichand (222012115)" userId="4838711d-1dcc-4d5d-92e3-c610e960cd6c" providerId="ADAL" clId="{D433A36F-7B0E-44B9-A8F9-1C079D119536}" dt="2026-09-16T09:32:19.129" v="181" actId="20577"/>
          <ac:spMkLst>
            <pc:docMk/>
            <pc:sldMk cId="0" sldId="256"/>
            <ac:spMk id="2639" creationId="{00000000-0000-0000-0000-000000000000}"/>
          </ac:spMkLst>
        </pc:spChg>
      </pc:sldChg>
      <pc:sldChg chg="modSp mod">
        <pc:chgData name="Orien Harichand (222012115)" userId="4838711d-1dcc-4d5d-92e3-c610e960cd6c" providerId="ADAL" clId="{D433A36F-7B0E-44B9-A8F9-1C079D119536}" dt="2026-09-16T09:34:39.906" v="264" actId="403"/>
        <pc:sldMkLst>
          <pc:docMk/>
          <pc:sldMk cId="0" sldId="257"/>
        </pc:sldMkLst>
        <pc:spChg chg="mod">
          <ac:chgData name="Orien Harichand (222012115)" userId="4838711d-1dcc-4d5d-92e3-c610e960cd6c" providerId="ADAL" clId="{D433A36F-7B0E-44B9-A8F9-1C079D119536}" dt="2026-09-16T09:34:27.791" v="262" actId="20577"/>
          <ac:spMkLst>
            <pc:docMk/>
            <pc:sldMk cId="0" sldId="257"/>
            <ac:spMk id="2649" creationId="{00000000-0000-0000-0000-000000000000}"/>
          </ac:spMkLst>
        </pc:spChg>
        <pc:spChg chg="mod">
          <ac:chgData name="Orien Harichand (222012115)" userId="4838711d-1dcc-4d5d-92e3-c610e960cd6c" providerId="ADAL" clId="{D433A36F-7B0E-44B9-A8F9-1C079D119536}" dt="2026-09-16T09:34:39.906" v="264" actId="403"/>
          <ac:spMkLst>
            <pc:docMk/>
            <pc:sldMk cId="0" sldId="257"/>
            <ac:spMk id="265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F105F0-C049-DC9A-2979-4E55A7FAC6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B8653-C7D0-468B-06C5-1012E3862F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66F75-79BE-4357-A5C7-E7065316D9A9}" type="datetimeFigureOut">
              <a:rPr lang="en-ZA" smtClean="0"/>
              <a:t>2026/09/16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E4B1E-DC58-ADBA-715B-4C259B6321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A237F-8901-BFD7-68FE-D624D0D093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0E373-6278-45AF-B287-8174F8F364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9968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8">
          <a:extLst>
            <a:ext uri="{FF2B5EF4-FFF2-40B4-BE49-F238E27FC236}">
              <a16:creationId xmlns:a16="http://schemas.microsoft.com/office/drawing/2014/main" id="{F725209C-62AE-5713-5552-6522BE1F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g10a69f07881_0_175:notes">
            <a:extLst>
              <a:ext uri="{FF2B5EF4-FFF2-40B4-BE49-F238E27FC236}">
                <a16:creationId xmlns:a16="http://schemas.microsoft.com/office/drawing/2014/main" id="{3E3ED556-BF55-2D32-399D-C07DCF43B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0" name="Google Shape;2980;g10a69f07881_0_175:notes">
            <a:extLst>
              <a:ext uri="{FF2B5EF4-FFF2-40B4-BE49-F238E27FC236}">
                <a16:creationId xmlns:a16="http://schemas.microsoft.com/office/drawing/2014/main" id="{13ADB398-DB84-6010-168C-0B74C6CBF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44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g10a69f07881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5" name="Google Shape;3205;g10a69f07881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3">
          <a:extLst>
            <a:ext uri="{FF2B5EF4-FFF2-40B4-BE49-F238E27FC236}">
              <a16:creationId xmlns:a16="http://schemas.microsoft.com/office/drawing/2014/main" id="{914BB6DA-E4F4-51E8-AB1C-D3AAA125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g10a69f07881_0_211:notes">
            <a:extLst>
              <a:ext uri="{FF2B5EF4-FFF2-40B4-BE49-F238E27FC236}">
                <a16:creationId xmlns:a16="http://schemas.microsoft.com/office/drawing/2014/main" id="{05F12C39-68A8-FDD2-A41F-BE875590D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5" name="Google Shape;3205;g10a69f07881_0_211:notes">
            <a:extLst>
              <a:ext uri="{FF2B5EF4-FFF2-40B4-BE49-F238E27FC236}">
                <a16:creationId xmlns:a16="http://schemas.microsoft.com/office/drawing/2014/main" id="{09652100-4D57-928A-3A71-FCC47EDB3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560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g10a69f07881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5" name="Google Shape;3315;g10a69f07881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g10a9ee379fb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4" name="Google Shape;3414;g10a9ee379fb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g10a69f0788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0" name="Google Shape;2980;g10a69f0788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5" name="Google Shape;3425;g10a69f07881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6" name="Google Shape;3426;g10a69f07881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g10a69f07881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5" name="Google Shape;3215;g10a69f07881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g10aca425e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4" name="Google Shape;2724;g10aca425eb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_1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7"/>
          <p:cNvGrpSpPr/>
          <p:nvPr/>
        </p:nvGrpSpPr>
        <p:grpSpPr>
          <a:xfrm rot="10800000">
            <a:off x="8275488" y="-5806929"/>
            <a:ext cx="3721951" cy="12135923"/>
            <a:chOff x="-3170262" y="3452177"/>
            <a:chExt cx="3721951" cy="12135923"/>
          </a:xfrm>
        </p:grpSpPr>
        <p:sp>
          <p:nvSpPr>
            <p:cNvPr id="1081" name="Google Shape;1081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17"/>
          <p:cNvGrpSpPr/>
          <p:nvPr/>
        </p:nvGrpSpPr>
        <p:grpSpPr>
          <a:xfrm>
            <a:off x="-2853462" y="-2631329"/>
            <a:ext cx="3721951" cy="12135923"/>
            <a:chOff x="-3170262" y="3452177"/>
            <a:chExt cx="3721951" cy="12135923"/>
          </a:xfrm>
        </p:grpSpPr>
        <p:sp>
          <p:nvSpPr>
            <p:cNvPr id="1138" name="Google Shape;1138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4" name="Google Shape;1194;p17"/>
          <p:cNvSpPr txBox="1">
            <a:spLocks noGrp="1"/>
          </p:cNvSpPr>
          <p:nvPr>
            <p:ph type="title" hasCustomPrompt="1"/>
          </p:nvPr>
        </p:nvSpPr>
        <p:spPr>
          <a:xfrm>
            <a:off x="2418150" y="499225"/>
            <a:ext cx="4307700" cy="77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r>
              <a:t>xx%</a:t>
            </a:r>
          </a:p>
        </p:txBody>
      </p:sp>
      <p:sp>
        <p:nvSpPr>
          <p:cNvPr id="1195" name="Google Shape;1195;p17"/>
          <p:cNvSpPr txBox="1">
            <a:spLocks noGrp="1"/>
          </p:cNvSpPr>
          <p:nvPr>
            <p:ph type="subTitle" idx="1"/>
          </p:nvPr>
        </p:nvSpPr>
        <p:spPr>
          <a:xfrm>
            <a:off x="2418146" y="1329175"/>
            <a:ext cx="4307700" cy="30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17"/>
          <p:cNvSpPr txBox="1">
            <a:spLocks noGrp="1"/>
          </p:cNvSpPr>
          <p:nvPr>
            <p:ph type="title" idx="2" hasCustomPrompt="1"/>
          </p:nvPr>
        </p:nvSpPr>
        <p:spPr>
          <a:xfrm>
            <a:off x="2418150" y="3419300"/>
            <a:ext cx="4307700" cy="77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r>
              <a:t>xx%</a:t>
            </a:r>
          </a:p>
        </p:txBody>
      </p:sp>
      <p:sp>
        <p:nvSpPr>
          <p:cNvPr id="1197" name="Google Shape;1197;p17"/>
          <p:cNvSpPr txBox="1">
            <a:spLocks noGrp="1"/>
          </p:cNvSpPr>
          <p:nvPr>
            <p:ph type="subTitle" idx="3"/>
          </p:nvPr>
        </p:nvSpPr>
        <p:spPr>
          <a:xfrm>
            <a:off x="2418146" y="4249250"/>
            <a:ext cx="4307700" cy="30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8" name="Google Shape;1198;p17"/>
          <p:cNvSpPr txBox="1">
            <a:spLocks noGrp="1"/>
          </p:cNvSpPr>
          <p:nvPr>
            <p:ph type="title" idx="4" hasCustomPrompt="1"/>
          </p:nvPr>
        </p:nvSpPr>
        <p:spPr>
          <a:xfrm>
            <a:off x="2418150" y="1959263"/>
            <a:ext cx="4307700" cy="77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9" name="Google Shape;1199;p17"/>
          <p:cNvSpPr txBox="1">
            <a:spLocks noGrp="1"/>
          </p:cNvSpPr>
          <p:nvPr>
            <p:ph type="subTitle" idx="5"/>
          </p:nvPr>
        </p:nvSpPr>
        <p:spPr>
          <a:xfrm>
            <a:off x="2418146" y="2789213"/>
            <a:ext cx="4307700" cy="30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8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02" name="Google Shape;1202;p18"/>
          <p:cNvGrpSpPr/>
          <p:nvPr/>
        </p:nvGrpSpPr>
        <p:grpSpPr>
          <a:xfrm>
            <a:off x="6234179" y="-11612"/>
            <a:ext cx="5178842" cy="5178453"/>
            <a:chOff x="6234179" y="-11612"/>
            <a:chExt cx="5178842" cy="5178453"/>
          </a:xfrm>
        </p:grpSpPr>
        <p:sp>
          <p:nvSpPr>
            <p:cNvPr id="1203" name="Google Shape;1203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7" name="Google Shape;1207;p18"/>
          <p:cNvGrpSpPr/>
          <p:nvPr/>
        </p:nvGrpSpPr>
        <p:grpSpPr>
          <a:xfrm rot="10800000">
            <a:off x="-3056350" y="-7040964"/>
            <a:ext cx="3769563" cy="11358057"/>
            <a:chOff x="-2722250" y="-1079764"/>
            <a:chExt cx="3769563" cy="11358057"/>
          </a:xfrm>
        </p:grpSpPr>
        <p:sp>
          <p:nvSpPr>
            <p:cNvPr id="1208" name="Google Shape;1208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18"/>
          <p:cNvGrpSpPr/>
          <p:nvPr/>
        </p:nvGrpSpPr>
        <p:grpSpPr>
          <a:xfrm>
            <a:off x="-3612573" y="2185426"/>
            <a:ext cx="4088811" cy="4088811"/>
            <a:chOff x="-3640848" y="2185426"/>
            <a:chExt cx="4088811" cy="4088811"/>
          </a:xfrm>
        </p:grpSpPr>
        <p:sp>
          <p:nvSpPr>
            <p:cNvPr id="1223" name="Google Shape;1223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_1_1_2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4"/>
          <p:cNvSpPr txBox="1">
            <a:spLocks noGrp="1"/>
          </p:cNvSpPr>
          <p:nvPr>
            <p:ph type="title"/>
          </p:nvPr>
        </p:nvSpPr>
        <p:spPr>
          <a:xfrm>
            <a:off x="4818075" y="1300763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64" name="Google Shape;1464;p24"/>
          <p:cNvSpPr txBox="1">
            <a:spLocks noGrp="1"/>
          </p:cNvSpPr>
          <p:nvPr>
            <p:ph type="subTitle" idx="1"/>
          </p:nvPr>
        </p:nvSpPr>
        <p:spPr>
          <a:xfrm>
            <a:off x="4818075" y="2548050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465" name="Google Shape;1465;p24"/>
          <p:cNvGrpSpPr/>
          <p:nvPr/>
        </p:nvGrpSpPr>
        <p:grpSpPr>
          <a:xfrm>
            <a:off x="-3067762" y="-3026548"/>
            <a:ext cx="3721951" cy="12135923"/>
            <a:chOff x="-3170262" y="3452177"/>
            <a:chExt cx="3721951" cy="12135923"/>
          </a:xfrm>
        </p:grpSpPr>
        <p:sp>
          <p:nvSpPr>
            <p:cNvPr id="1466" name="Google Shape;1466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0" name="Google Shape;1520;p24"/>
          <p:cNvGrpSpPr/>
          <p:nvPr/>
        </p:nvGrpSpPr>
        <p:grpSpPr>
          <a:xfrm>
            <a:off x="8572063" y="-2535098"/>
            <a:ext cx="3721951" cy="12135923"/>
            <a:chOff x="-3170262" y="3452177"/>
            <a:chExt cx="3721951" cy="12135923"/>
          </a:xfrm>
        </p:grpSpPr>
        <p:sp>
          <p:nvSpPr>
            <p:cNvPr id="1521" name="Google Shape;1521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"/>
          <p:cNvSpPr txBox="1">
            <a:spLocks noGrp="1"/>
          </p:cNvSpPr>
          <p:nvPr>
            <p:ph type="title"/>
          </p:nvPr>
        </p:nvSpPr>
        <p:spPr>
          <a:xfrm>
            <a:off x="3039400" y="18125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23" name="Google Shape;923;p15"/>
          <p:cNvSpPr txBox="1">
            <a:spLocks noGrp="1"/>
          </p:cNvSpPr>
          <p:nvPr>
            <p:ph type="subTitle" idx="1"/>
          </p:nvPr>
        </p:nvSpPr>
        <p:spPr>
          <a:xfrm>
            <a:off x="3039400" y="2854350"/>
            <a:ext cx="4133400" cy="4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4" name="Google Shape;924;p15"/>
          <p:cNvSpPr txBox="1">
            <a:spLocks noGrp="1"/>
          </p:cNvSpPr>
          <p:nvPr>
            <p:ph type="title" idx="2" hasCustomPrompt="1"/>
          </p:nvPr>
        </p:nvSpPr>
        <p:spPr>
          <a:xfrm>
            <a:off x="1624100" y="2159377"/>
            <a:ext cx="1076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925" name="Google Shape;925;p15"/>
          <p:cNvGrpSpPr/>
          <p:nvPr/>
        </p:nvGrpSpPr>
        <p:grpSpPr>
          <a:xfrm rot="5400000" flipH="1">
            <a:off x="3245125" y="-6666529"/>
            <a:ext cx="3721951" cy="12135923"/>
            <a:chOff x="-3170262" y="3452177"/>
            <a:chExt cx="3721951" cy="12135923"/>
          </a:xfrm>
        </p:grpSpPr>
        <p:sp>
          <p:nvSpPr>
            <p:cNvPr id="926" name="Google Shape;926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15"/>
          <p:cNvGrpSpPr/>
          <p:nvPr/>
        </p:nvGrpSpPr>
        <p:grpSpPr>
          <a:xfrm>
            <a:off x="-2507408" y="4010131"/>
            <a:ext cx="13681471" cy="3721951"/>
            <a:chOff x="-2507408" y="4010131"/>
            <a:chExt cx="13681471" cy="3721951"/>
          </a:xfrm>
        </p:grpSpPr>
        <p:sp>
          <p:nvSpPr>
            <p:cNvPr id="983" name="Google Shape;983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 rot="-5400000">
              <a:off x="6394794" y="37056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 rot="10800000" flipH="1">
              <a:off x="5481164" y="74639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15"/>
            <p:cNvGrpSpPr/>
            <p:nvPr/>
          </p:nvGrpSpPr>
          <p:grpSpPr>
            <a:xfrm>
              <a:off x="-2507408" y="4560924"/>
              <a:ext cx="6876983" cy="300288"/>
              <a:chOff x="-2507408" y="4560924"/>
              <a:chExt cx="6876983" cy="300288"/>
            </a:xfrm>
          </p:grpSpPr>
          <p:sp>
            <p:nvSpPr>
              <p:cNvPr id="1030" name="Google Shape;1030;p15"/>
              <p:cNvSpPr/>
              <p:nvPr/>
            </p:nvSpPr>
            <p:spPr>
              <a:xfrm rot="-5400000">
                <a:off x="846319" y="1337956"/>
                <a:ext cx="169528" cy="687698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59550" fill="none" extrusionOk="0">
                    <a:moveTo>
                      <a:pt x="1467" y="59549"/>
                    </a:moveTo>
                    <a:lnTo>
                      <a:pt x="1467" y="12749"/>
                    </a:lnTo>
                    <a:lnTo>
                      <a:pt x="1" y="1130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28588" algn="bl" rotWithShape="0">
                  <a:schemeClr val="accen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605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32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69" name="Google Shape;2069;p32"/>
          <p:cNvSpPr txBox="1">
            <a:spLocks noGrp="1"/>
          </p:cNvSpPr>
          <p:nvPr>
            <p:ph type="subTitle" idx="1"/>
          </p:nvPr>
        </p:nvSpPr>
        <p:spPr>
          <a:xfrm>
            <a:off x="1805875" y="1710450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0" name="Google Shape;2070;p32"/>
          <p:cNvSpPr txBox="1">
            <a:spLocks noGrp="1"/>
          </p:cNvSpPr>
          <p:nvPr>
            <p:ph type="subTitle" idx="2"/>
          </p:nvPr>
        </p:nvSpPr>
        <p:spPr>
          <a:xfrm>
            <a:off x="1805875" y="1329200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71" name="Google Shape;2071;p32"/>
          <p:cNvSpPr txBox="1">
            <a:spLocks noGrp="1"/>
          </p:cNvSpPr>
          <p:nvPr>
            <p:ph type="subTitle" idx="3"/>
          </p:nvPr>
        </p:nvSpPr>
        <p:spPr>
          <a:xfrm>
            <a:off x="1805875" y="4077725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2" name="Google Shape;2072;p32"/>
          <p:cNvSpPr txBox="1">
            <a:spLocks noGrp="1"/>
          </p:cNvSpPr>
          <p:nvPr>
            <p:ph type="subTitle" idx="4"/>
          </p:nvPr>
        </p:nvSpPr>
        <p:spPr>
          <a:xfrm>
            <a:off x="1805875" y="3696475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73" name="Google Shape;2073;p32"/>
          <p:cNvSpPr txBox="1">
            <a:spLocks noGrp="1"/>
          </p:cNvSpPr>
          <p:nvPr>
            <p:ph type="subTitle" idx="5"/>
          </p:nvPr>
        </p:nvSpPr>
        <p:spPr>
          <a:xfrm>
            <a:off x="1805875" y="2894088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4" name="Google Shape;2074;p32"/>
          <p:cNvSpPr txBox="1">
            <a:spLocks noGrp="1"/>
          </p:cNvSpPr>
          <p:nvPr>
            <p:ph type="subTitle" idx="6"/>
          </p:nvPr>
        </p:nvSpPr>
        <p:spPr>
          <a:xfrm>
            <a:off x="1805875" y="2512838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75" name="Google Shape;2075;p32"/>
          <p:cNvSpPr txBox="1">
            <a:spLocks noGrp="1"/>
          </p:cNvSpPr>
          <p:nvPr>
            <p:ph type="subTitle" idx="7"/>
          </p:nvPr>
        </p:nvSpPr>
        <p:spPr>
          <a:xfrm>
            <a:off x="5660750" y="1710450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6" name="Google Shape;2076;p32"/>
          <p:cNvSpPr txBox="1">
            <a:spLocks noGrp="1"/>
          </p:cNvSpPr>
          <p:nvPr>
            <p:ph type="subTitle" idx="8"/>
          </p:nvPr>
        </p:nvSpPr>
        <p:spPr>
          <a:xfrm>
            <a:off x="5660750" y="1329200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77" name="Google Shape;2077;p32"/>
          <p:cNvSpPr txBox="1">
            <a:spLocks noGrp="1"/>
          </p:cNvSpPr>
          <p:nvPr>
            <p:ph type="subTitle" idx="9"/>
          </p:nvPr>
        </p:nvSpPr>
        <p:spPr>
          <a:xfrm>
            <a:off x="5660750" y="4077725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8" name="Google Shape;2078;p32"/>
          <p:cNvSpPr txBox="1">
            <a:spLocks noGrp="1"/>
          </p:cNvSpPr>
          <p:nvPr>
            <p:ph type="subTitle" idx="13"/>
          </p:nvPr>
        </p:nvSpPr>
        <p:spPr>
          <a:xfrm>
            <a:off x="5660750" y="3696475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79" name="Google Shape;2079;p32"/>
          <p:cNvSpPr txBox="1">
            <a:spLocks noGrp="1"/>
          </p:cNvSpPr>
          <p:nvPr>
            <p:ph type="subTitle" idx="14"/>
          </p:nvPr>
        </p:nvSpPr>
        <p:spPr>
          <a:xfrm>
            <a:off x="5660750" y="2894088"/>
            <a:ext cx="2687700" cy="445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0" name="Google Shape;2080;p32"/>
          <p:cNvSpPr txBox="1">
            <a:spLocks noGrp="1"/>
          </p:cNvSpPr>
          <p:nvPr>
            <p:ph type="subTitle" idx="15"/>
          </p:nvPr>
        </p:nvSpPr>
        <p:spPr>
          <a:xfrm>
            <a:off x="5660750" y="2512838"/>
            <a:ext cx="26877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2081" name="Google Shape;2081;p32"/>
          <p:cNvGrpSpPr/>
          <p:nvPr/>
        </p:nvGrpSpPr>
        <p:grpSpPr>
          <a:xfrm rot="10800000">
            <a:off x="7218810" y="-1747902"/>
            <a:ext cx="3021722" cy="3146276"/>
            <a:chOff x="-1064015" y="2306598"/>
            <a:chExt cx="3021722" cy="3146276"/>
          </a:xfrm>
        </p:grpSpPr>
        <p:sp>
          <p:nvSpPr>
            <p:cNvPr id="2082" name="Google Shape;2082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6" name="Google Shape;2086;p32"/>
          <p:cNvGrpSpPr/>
          <p:nvPr/>
        </p:nvGrpSpPr>
        <p:grpSpPr>
          <a:xfrm rot="10800000">
            <a:off x="-66225" y="2050490"/>
            <a:ext cx="618526" cy="5831511"/>
            <a:chOff x="8626375" y="-2137135"/>
            <a:chExt cx="618526" cy="5831511"/>
          </a:xfrm>
        </p:grpSpPr>
        <p:sp>
          <p:nvSpPr>
            <p:cNvPr id="2087" name="Google Shape;2087;p32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2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1" name="Google Shape;2091;p32"/>
          <p:cNvGrpSpPr/>
          <p:nvPr/>
        </p:nvGrpSpPr>
        <p:grpSpPr>
          <a:xfrm>
            <a:off x="8749262" y="539535"/>
            <a:ext cx="117523" cy="519040"/>
            <a:chOff x="9744987" y="2954335"/>
            <a:chExt cx="117523" cy="519040"/>
          </a:xfrm>
        </p:grpSpPr>
        <p:sp>
          <p:nvSpPr>
            <p:cNvPr id="2092" name="Google Shape;2092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 rot="5400000">
            <a:off x="-1353565" y="-944652"/>
            <a:ext cx="3021722" cy="3146276"/>
            <a:chOff x="-1064015" y="2306598"/>
            <a:chExt cx="3021722" cy="3146276"/>
          </a:xfrm>
        </p:grpSpPr>
        <p:sp>
          <p:nvSpPr>
            <p:cNvPr id="2099" name="Google Shape;2099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3" name="Google Shape;2103;p32"/>
          <p:cNvGrpSpPr/>
          <p:nvPr/>
        </p:nvGrpSpPr>
        <p:grpSpPr>
          <a:xfrm flipH="1">
            <a:off x="5149127" y="4880776"/>
            <a:ext cx="4088811" cy="4088811"/>
            <a:chOff x="-3640848" y="2185426"/>
            <a:chExt cx="4088811" cy="4088811"/>
          </a:xfrm>
        </p:grpSpPr>
        <p:sp>
          <p:nvSpPr>
            <p:cNvPr id="2104" name="Google Shape;2104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6686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"/>
          <p:cNvSpPr txBox="1">
            <a:spLocks noGrp="1"/>
          </p:cNvSpPr>
          <p:nvPr>
            <p:ph type="subTitle" idx="1"/>
          </p:nvPr>
        </p:nvSpPr>
        <p:spPr>
          <a:xfrm>
            <a:off x="192817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"/>
          <p:cNvSpPr txBox="1">
            <a:spLocks noGrp="1"/>
          </p:cNvSpPr>
          <p:nvPr>
            <p:ph type="subTitle" idx="2"/>
          </p:nvPr>
        </p:nvSpPr>
        <p:spPr>
          <a:xfrm>
            <a:off x="192817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6" name="Google Shape;256;p5"/>
          <p:cNvSpPr txBox="1">
            <a:spLocks noGrp="1"/>
          </p:cNvSpPr>
          <p:nvPr>
            <p:ph type="subTitle" idx="3"/>
          </p:nvPr>
        </p:nvSpPr>
        <p:spPr>
          <a:xfrm>
            <a:off x="490132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"/>
          <p:cNvSpPr txBox="1">
            <a:spLocks noGrp="1"/>
          </p:cNvSpPr>
          <p:nvPr>
            <p:ph type="subTitle" idx="4"/>
          </p:nvPr>
        </p:nvSpPr>
        <p:spPr>
          <a:xfrm>
            <a:off x="490132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8" name="Google Shape;258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9" name="Google Shape;259;p5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60" name="Google Shape;260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75" name="Google Shape;275;p5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76" name="Google Shape;276;p5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79" name="Google Shape;279;p5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84" name="Google Shape;284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99" name="Google Shape;299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356" name="Google Shape;356;p5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357" name="Google Shape;357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359" name="Google Shape;359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360" name="Google Shape;360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" name="Google Shape;361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303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5"/>
          <p:cNvSpPr txBox="1">
            <a:spLocks noGrp="1"/>
          </p:cNvSpPr>
          <p:nvPr>
            <p:ph type="title"/>
          </p:nvPr>
        </p:nvSpPr>
        <p:spPr>
          <a:xfrm>
            <a:off x="1362400" y="1300763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77" name="Google Shape;1577;p25"/>
          <p:cNvSpPr txBox="1">
            <a:spLocks noGrp="1"/>
          </p:cNvSpPr>
          <p:nvPr>
            <p:ph type="subTitle" idx="1"/>
          </p:nvPr>
        </p:nvSpPr>
        <p:spPr>
          <a:xfrm>
            <a:off x="1362400" y="2548050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578" name="Google Shape;1578;p25"/>
          <p:cNvGrpSpPr/>
          <p:nvPr/>
        </p:nvGrpSpPr>
        <p:grpSpPr>
          <a:xfrm rot="5400000">
            <a:off x="1266764" y="4562626"/>
            <a:ext cx="4222888" cy="4088811"/>
            <a:chOff x="8129425" y="2555026"/>
            <a:chExt cx="4222888" cy="4088811"/>
          </a:xfrm>
        </p:grpSpPr>
        <p:sp>
          <p:nvSpPr>
            <p:cNvPr id="1579" name="Google Shape;1579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25"/>
          <p:cNvGrpSpPr/>
          <p:nvPr/>
        </p:nvGrpSpPr>
        <p:grpSpPr>
          <a:xfrm flipH="1">
            <a:off x="8150363" y="-4899154"/>
            <a:ext cx="3721951" cy="12135923"/>
            <a:chOff x="-3170262" y="3452177"/>
            <a:chExt cx="3721951" cy="12135923"/>
          </a:xfrm>
        </p:grpSpPr>
        <p:sp>
          <p:nvSpPr>
            <p:cNvPr id="1588" name="Google Shape;1588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4" name="Google Shape;1644;p25"/>
          <p:cNvGrpSpPr/>
          <p:nvPr/>
        </p:nvGrpSpPr>
        <p:grpSpPr>
          <a:xfrm flipH="1">
            <a:off x="-3056332" y="-1665102"/>
            <a:ext cx="3769563" cy="11358057"/>
            <a:chOff x="-2722250" y="-1079764"/>
            <a:chExt cx="3769563" cy="11358057"/>
          </a:xfrm>
        </p:grpSpPr>
        <p:sp>
          <p:nvSpPr>
            <p:cNvPr id="1645" name="Google Shape;1645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015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3" r:id="rId4"/>
    <p:sldLayoutId id="2147483664" r:id="rId5"/>
    <p:sldLayoutId id="2147483670" r:id="rId6"/>
    <p:sldLayoutId id="2147483681" r:id="rId7"/>
    <p:sldLayoutId id="2147483682" r:id="rId8"/>
    <p:sldLayoutId id="2147483687" r:id="rId9"/>
    <p:sldLayoutId id="2147483688" r:id="rId10"/>
    <p:sldLayoutId id="2147483689" r:id="rId11"/>
    <p:sldLayoutId id="214748369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40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FINAL DESIGN PROJECT 2026</a:t>
            </a:r>
            <a:br>
              <a:rPr lang="en" sz="2800" dirty="0"/>
            </a:br>
            <a:r>
              <a:rPr lang="en" dirty="0">
                <a:solidFill>
                  <a:schemeClr val="lt2"/>
                </a:solidFill>
              </a:rPr>
              <a:t>Vitality Watchdog System</a:t>
            </a:r>
            <a:endParaRPr dirty="0"/>
          </a:p>
        </p:txBody>
      </p:sp>
      <p:sp>
        <p:nvSpPr>
          <p:cNvPr id="2639" name="Google Shape;2639;p40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Orien S. Harichand (222012115)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Supervisor: Prof T. quazi</a:t>
            </a:r>
            <a:endParaRPr dirty="0"/>
          </a:p>
        </p:txBody>
      </p:sp>
      <p:cxnSp>
        <p:nvCxnSpPr>
          <p:cNvPr id="2640" name="Google Shape;2640;p40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41" name="Google Shape;2641;p40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43"/>
          <p:cNvGrpSpPr/>
          <p:nvPr/>
        </p:nvGrpSpPr>
        <p:grpSpPr>
          <a:xfrm>
            <a:off x="770313" y="3523167"/>
            <a:ext cx="752688" cy="744034"/>
            <a:chOff x="851175" y="1582401"/>
            <a:chExt cx="964872" cy="964872"/>
          </a:xfrm>
        </p:grpSpPr>
        <p:sp>
          <p:nvSpPr>
            <p:cNvPr id="2667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669" name="Google Shape;2669;p43"/>
          <p:cNvGrpSpPr/>
          <p:nvPr/>
        </p:nvGrpSpPr>
        <p:grpSpPr>
          <a:xfrm>
            <a:off x="4932297" y="3523167"/>
            <a:ext cx="752688" cy="744034"/>
            <a:chOff x="851175" y="1582401"/>
            <a:chExt cx="964872" cy="964872"/>
          </a:xfrm>
        </p:grpSpPr>
        <p:sp>
          <p:nvSpPr>
            <p:cNvPr id="2670" name="Google Shape;2670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671" name="Google Shape;2671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672" name="Google Shape;2672;p43"/>
          <p:cNvGrpSpPr/>
          <p:nvPr/>
        </p:nvGrpSpPr>
        <p:grpSpPr>
          <a:xfrm>
            <a:off x="4932297" y="2192855"/>
            <a:ext cx="752688" cy="744034"/>
            <a:chOff x="851175" y="1582401"/>
            <a:chExt cx="964872" cy="964872"/>
          </a:xfrm>
        </p:grpSpPr>
        <p:sp>
          <p:nvSpPr>
            <p:cNvPr id="2673" name="Google Shape;2673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675" name="Google Shape;2675;p43"/>
          <p:cNvGrpSpPr/>
          <p:nvPr/>
        </p:nvGrpSpPr>
        <p:grpSpPr>
          <a:xfrm>
            <a:off x="770313" y="2192867"/>
            <a:ext cx="752688" cy="744034"/>
            <a:chOff x="851175" y="1582401"/>
            <a:chExt cx="964872" cy="964872"/>
          </a:xfrm>
        </p:grpSpPr>
        <p:sp>
          <p:nvSpPr>
            <p:cNvPr id="2676" name="Google Shape;2676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787665" y="103281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679" name="Google Shape;2679;p43"/>
          <p:cNvSpPr txBox="1">
            <a:spLocks noGrp="1"/>
          </p:cNvSpPr>
          <p:nvPr>
            <p:ph type="subTitle" idx="1"/>
          </p:nvPr>
        </p:nvSpPr>
        <p:spPr>
          <a:xfrm>
            <a:off x="5916166" y="2553652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200" dirty="0"/>
              <a:t>What has been done and what is outstanding to meet the criteria of  GA1, GA2 and GA3</a:t>
            </a:r>
            <a:endParaRPr sz="1200"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5916166" y="2192855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GA fulfillment</a:t>
            </a:r>
            <a:endParaRPr sz="1800" dirty="0"/>
          </a:p>
        </p:txBody>
      </p:sp>
      <p:sp>
        <p:nvSpPr>
          <p:cNvPr id="2681" name="Google Shape;2681;p43"/>
          <p:cNvSpPr txBox="1">
            <a:spLocks noGrp="1"/>
          </p:cNvSpPr>
          <p:nvPr>
            <p:ph type="title" idx="3"/>
          </p:nvPr>
        </p:nvSpPr>
        <p:spPr>
          <a:xfrm>
            <a:off x="766076" y="3641630"/>
            <a:ext cx="760695" cy="5224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05</a:t>
            </a:r>
            <a:endParaRPr sz="3600" dirty="0"/>
          </a:p>
        </p:txBody>
      </p:sp>
      <p:sp>
        <p:nvSpPr>
          <p:cNvPr id="2682" name="Google Shape;2682;p43"/>
          <p:cNvSpPr txBox="1">
            <a:spLocks noGrp="1"/>
          </p:cNvSpPr>
          <p:nvPr>
            <p:ph type="title" idx="4"/>
          </p:nvPr>
        </p:nvSpPr>
        <p:spPr>
          <a:xfrm>
            <a:off x="4928060" y="3641630"/>
            <a:ext cx="760695" cy="5224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06</a:t>
            </a:r>
            <a:endParaRPr sz="3600" dirty="0"/>
          </a:p>
        </p:txBody>
      </p:sp>
      <p:sp>
        <p:nvSpPr>
          <p:cNvPr id="2683" name="Google Shape;2683;p43"/>
          <p:cNvSpPr txBox="1">
            <a:spLocks noGrp="1"/>
          </p:cNvSpPr>
          <p:nvPr>
            <p:ph type="title" idx="5"/>
          </p:nvPr>
        </p:nvSpPr>
        <p:spPr>
          <a:xfrm>
            <a:off x="766076" y="2311318"/>
            <a:ext cx="760695" cy="5224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03</a:t>
            </a:r>
            <a:endParaRPr sz="3600" dirty="0"/>
          </a:p>
        </p:txBody>
      </p:sp>
      <p:sp>
        <p:nvSpPr>
          <p:cNvPr id="2684" name="Google Shape;2684;p43"/>
          <p:cNvSpPr txBox="1">
            <a:spLocks noGrp="1"/>
          </p:cNvSpPr>
          <p:nvPr>
            <p:ph type="title" idx="6"/>
          </p:nvPr>
        </p:nvSpPr>
        <p:spPr>
          <a:xfrm>
            <a:off x="4928060" y="2311318"/>
            <a:ext cx="760695" cy="5224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04</a:t>
            </a:r>
            <a:endParaRPr sz="3600" dirty="0"/>
          </a:p>
        </p:txBody>
      </p:sp>
      <p:sp>
        <p:nvSpPr>
          <p:cNvPr id="2685" name="Google Shape;2685;p43"/>
          <p:cNvSpPr txBox="1">
            <a:spLocks noGrp="1"/>
          </p:cNvSpPr>
          <p:nvPr>
            <p:ph type="subTitle" idx="7"/>
          </p:nvPr>
        </p:nvSpPr>
        <p:spPr>
          <a:xfrm>
            <a:off x="5903216" y="1216422"/>
            <a:ext cx="2708629" cy="68451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Specifications and target metrics the project must meet and their contribution to project success</a:t>
            </a:r>
            <a:endParaRPr sz="1200" dirty="0"/>
          </a:p>
        </p:txBody>
      </p:sp>
      <p:sp>
        <p:nvSpPr>
          <p:cNvPr id="2687" name="Google Shape;2687;p43"/>
          <p:cNvSpPr txBox="1">
            <a:spLocks noGrp="1"/>
          </p:cNvSpPr>
          <p:nvPr>
            <p:ph type="subTitle" idx="9"/>
          </p:nvPr>
        </p:nvSpPr>
        <p:spPr>
          <a:xfrm>
            <a:off x="1676061" y="3883964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200" dirty="0"/>
              <a:t>Expected timetable and p</a:t>
            </a:r>
            <a:r>
              <a:rPr lang="en" sz="1200" dirty="0"/>
              <a:t>ropose plan to finish the project</a:t>
            </a:r>
            <a:endParaRPr sz="1200" dirty="0"/>
          </a:p>
        </p:txBody>
      </p:sp>
      <p:sp>
        <p:nvSpPr>
          <p:cNvPr id="2688" name="Google Shape;2688;p43"/>
          <p:cNvSpPr txBox="1">
            <a:spLocks noGrp="1"/>
          </p:cNvSpPr>
          <p:nvPr>
            <p:ph type="subTitle" idx="13"/>
          </p:nvPr>
        </p:nvSpPr>
        <p:spPr>
          <a:xfrm>
            <a:off x="1676061" y="3523167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Work plan</a:t>
            </a:r>
            <a:endParaRPr sz="1800" dirty="0"/>
          </a:p>
        </p:txBody>
      </p:sp>
      <p:sp>
        <p:nvSpPr>
          <p:cNvPr id="2689" name="Google Shape;2689;p43"/>
          <p:cNvSpPr txBox="1">
            <a:spLocks noGrp="1"/>
          </p:cNvSpPr>
          <p:nvPr>
            <p:ph type="subTitle" idx="14"/>
          </p:nvPr>
        </p:nvSpPr>
        <p:spPr>
          <a:xfrm>
            <a:off x="1676061" y="2553652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Work completed thus far and outstanding work to do</a:t>
            </a:r>
            <a:endParaRPr sz="1200"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1676061" y="2192855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Project work</a:t>
            </a:r>
            <a:endParaRPr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41BAE-5187-D910-912C-7E60734702B8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691172" y="855626"/>
            <a:ext cx="2920673" cy="300600"/>
          </a:xfrm>
        </p:spPr>
        <p:txBody>
          <a:bodyPr/>
          <a:lstStyle/>
          <a:p>
            <a:r>
              <a:rPr lang="en-ZA" sz="1800" dirty="0"/>
              <a:t>Project Specifications</a:t>
            </a:r>
          </a:p>
        </p:txBody>
      </p:sp>
      <p:grpSp>
        <p:nvGrpSpPr>
          <p:cNvPr id="2" name="Google Shape;2672;p43">
            <a:extLst>
              <a:ext uri="{FF2B5EF4-FFF2-40B4-BE49-F238E27FC236}">
                <a16:creationId xmlns:a16="http://schemas.microsoft.com/office/drawing/2014/main" id="{598AD94A-46DE-9864-00E9-CEBB44CBE068}"/>
              </a:ext>
            </a:extLst>
          </p:cNvPr>
          <p:cNvGrpSpPr/>
          <p:nvPr/>
        </p:nvGrpSpPr>
        <p:grpSpPr>
          <a:xfrm>
            <a:off x="4932297" y="954274"/>
            <a:ext cx="752688" cy="744034"/>
            <a:chOff x="851175" y="1582401"/>
            <a:chExt cx="964872" cy="964872"/>
          </a:xfrm>
        </p:grpSpPr>
        <p:sp>
          <p:nvSpPr>
            <p:cNvPr id="4" name="Google Shape;2673;p43">
              <a:extLst>
                <a:ext uri="{FF2B5EF4-FFF2-40B4-BE49-F238E27FC236}">
                  <a16:creationId xmlns:a16="http://schemas.microsoft.com/office/drawing/2014/main" id="{79856671-E3A0-C80E-8960-DB36E4B8C0F1}"/>
                </a:ext>
              </a:extLst>
            </p:cNvPr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" name="Google Shape;2674;p43">
              <a:extLst>
                <a:ext uri="{FF2B5EF4-FFF2-40B4-BE49-F238E27FC236}">
                  <a16:creationId xmlns:a16="http://schemas.microsoft.com/office/drawing/2014/main" id="{366EFB20-5F30-18C2-E3EB-1936B89870FA}"/>
                </a:ext>
              </a:extLst>
            </p:cNvPr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6" name="Google Shape;2675;p43">
            <a:extLst>
              <a:ext uri="{FF2B5EF4-FFF2-40B4-BE49-F238E27FC236}">
                <a16:creationId xmlns:a16="http://schemas.microsoft.com/office/drawing/2014/main" id="{B584E3DD-2129-CDD3-62A6-40BD7867613C}"/>
              </a:ext>
            </a:extLst>
          </p:cNvPr>
          <p:cNvGrpSpPr/>
          <p:nvPr/>
        </p:nvGrpSpPr>
        <p:grpSpPr>
          <a:xfrm>
            <a:off x="770313" y="954286"/>
            <a:ext cx="752688" cy="744034"/>
            <a:chOff x="851175" y="1582401"/>
            <a:chExt cx="964872" cy="964872"/>
          </a:xfrm>
        </p:grpSpPr>
        <p:sp>
          <p:nvSpPr>
            <p:cNvPr id="7" name="Google Shape;2676;p43">
              <a:extLst>
                <a:ext uri="{FF2B5EF4-FFF2-40B4-BE49-F238E27FC236}">
                  <a16:creationId xmlns:a16="http://schemas.microsoft.com/office/drawing/2014/main" id="{49EFCF4A-3288-43D1-F2D8-77F3A793BFF2}"/>
                </a:ext>
              </a:extLst>
            </p:cNvPr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8" name="Google Shape;2677;p43">
              <a:extLst>
                <a:ext uri="{FF2B5EF4-FFF2-40B4-BE49-F238E27FC236}">
                  <a16:creationId xmlns:a16="http://schemas.microsoft.com/office/drawing/2014/main" id="{70AD36CE-63F3-0469-5C34-81478EE349F3}"/>
                </a:ext>
              </a:extLst>
            </p:cNvPr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9" name="Google Shape;2683;p43">
            <a:extLst>
              <a:ext uri="{FF2B5EF4-FFF2-40B4-BE49-F238E27FC236}">
                <a16:creationId xmlns:a16="http://schemas.microsoft.com/office/drawing/2014/main" id="{4E5C7E95-6ECF-CA15-88E6-46D833FCDA5F}"/>
              </a:ext>
            </a:extLst>
          </p:cNvPr>
          <p:cNvSpPr txBox="1">
            <a:spLocks/>
          </p:cNvSpPr>
          <p:nvPr/>
        </p:nvSpPr>
        <p:spPr>
          <a:xfrm>
            <a:off x="766076" y="1072737"/>
            <a:ext cx="760695" cy="52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" sz="3600"/>
              <a:t>01</a:t>
            </a:r>
          </a:p>
        </p:txBody>
      </p:sp>
      <p:sp>
        <p:nvSpPr>
          <p:cNvPr id="10" name="Google Shape;2684;p43">
            <a:extLst>
              <a:ext uri="{FF2B5EF4-FFF2-40B4-BE49-F238E27FC236}">
                <a16:creationId xmlns:a16="http://schemas.microsoft.com/office/drawing/2014/main" id="{FD668A2C-D635-60A1-C56C-865EA17100C1}"/>
              </a:ext>
            </a:extLst>
          </p:cNvPr>
          <p:cNvSpPr txBox="1">
            <a:spLocks/>
          </p:cNvSpPr>
          <p:nvPr/>
        </p:nvSpPr>
        <p:spPr>
          <a:xfrm>
            <a:off x="4928060" y="1072737"/>
            <a:ext cx="760695" cy="52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lay"/>
              <a:buNone/>
              <a:defRPr sz="37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" sz="3600"/>
              <a:t>02</a:t>
            </a:r>
          </a:p>
        </p:txBody>
      </p:sp>
      <p:sp>
        <p:nvSpPr>
          <p:cNvPr id="11" name="Google Shape;2685;p43">
            <a:extLst>
              <a:ext uri="{FF2B5EF4-FFF2-40B4-BE49-F238E27FC236}">
                <a16:creationId xmlns:a16="http://schemas.microsoft.com/office/drawing/2014/main" id="{853E3AF8-530A-B797-B5AB-754779A068A8}"/>
              </a:ext>
            </a:extLst>
          </p:cNvPr>
          <p:cNvSpPr txBox="1">
            <a:spLocks/>
          </p:cNvSpPr>
          <p:nvPr/>
        </p:nvSpPr>
        <p:spPr>
          <a:xfrm>
            <a:off x="1713430" y="1312527"/>
            <a:ext cx="2794107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-US" sz="1200" dirty="0"/>
              <a:t>An abstract overview of how the system works in operation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5C07536-EFF5-D001-65EC-D580E09C87D6}"/>
              </a:ext>
            </a:extLst>
          </p:cNvPr>
          <p:cNvSpPr txBox="1">
            <a:spLocks/>
          </p:cNvSpPr>
          <p:nvPr/>
        </p:nvSpPr>
        <p:spPr>
          <a:xfrm>
            <a:off x="1523001" y="951730"/>
            <a:ext cx="3321535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ZA" sz="1800" dirty="0"/>
              <a:t>Conceptual block diagram</a:t>
            </a:r>
          </a:p>
        </p:txBody>
      </p:sp>
      <p:sp>
        <p:nvSpPr>
          <p:cNvPr id="13" name="Google Shape;2687;p43">
            <a:extLst>
              <a:ext uri="{FF2B5EF4-FFF2-40B4-BE49-F238E27FC236}">
                <a16:creationId xmlns:a16="http://schemas.microsoft.com/office/drawing/2014/main" id="{F7AE643D-1E5B-1380-BCF9-AF8F116DAB7E}"/>
              </a:ext>
            </a:extLst>
          </p:cNvPr>
          <p:cNvSpPr txBox="1">
            <a:spLocks/>
          </p:cNvSpPr>
          <p:nvPr/>
        </p:nvSpPr>
        <p:spPr>
          <a:xfrm>
            <a:off x="5916166" y="3883964"/>
            <a:ext cx="24096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 spc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endParaRPr lang="en-US" sz="1200" dirty="0"/>
          </a:p>
        </p:txBody>
      </p:sp>
      <p:sp>
        <p:nvSpPr>
          <p:cNvPr id="14" name="Google Shape;2688;p43">
            <a:extLst>
              <a:ext uri="{FF2B5EF4-FFF2-40B4-BE49-F238E27FC236}">
                <a16:creationId xmlns:a16="http://schemas.microsoft.com/office/drawing/2014/main" id="{FA181059-A1C8-36A1-DDE7-8DB544920D53}"/>
              </a:ext>
            </a:extLst>
          </p:cNvPr>
          <p:cNvSpPr txBox="1">
            <a:spLocks/>
          </p:cNvSpPr>
          <p:nvPr/>
        </p:nvSpPr>
        <p:spPr>
          <a:xfrm>
            <a:off x="5916166" y="3673467"/>
            <a:ext cx="24096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  <a:defRPr sz="20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indent="0"/>
            <a:r>
              <a:rPr lang="en-ZA" sz="18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1">
          <a:extLst>
            <a:ext uri="{FF2B5EF4-FFF2-40B4-BE49-F238E27FC236}">
              <a16:creationId xmlns:a16="http://schemas.microsoft.com/office/drawing/2014/main" id="{97B97377-1477-6637-D1DD-CE5D9A26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52">
            <a:extLst>
              <a:ext uri="{FF2B5EF4-FFF2-40B4-BE49-F238E27FC236}">
                <a16:creationId xmlns:a16="http://schemas.microsoft.com/office/drawing/2014/main" id="{4A646DD2-01E9-F157-728D-B0D266613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167818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Conceptual block diagram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B3BB56-FD21-19D5-7E8A-8C74A75E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746" y="876477"/>
            <a:ext cx="5589270" cy="39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p61"/>
          <p:cNvSpPr txBox="1">
            <a:spLocks noGrp="1"/>
          </p:cNvSpPr>
          <p:nvPr>
            <p:ph type="title"/>
          </p:nvPr>
        </p:nvSpPr>
        <p:spPr>
          <a:xfrm>
            <a:off x="2225040" y="323148"/>
            <a:ext cx="5242560" cy="856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800" dirty="0">
                <a:solidFill>
                  <a:schemeClr val="tx2"/>
                </a:solidFill>
              </a:rPr>
              <a:t>P</a:t>
            </a:r>
            <a:r>
              <a:rPr lang="en" sz="2800" dirty="0">
                <a:solidFill>
                  <a:schemeClr val="tx2"/>
                </a:solidFill>
              </a:rPr>
              <a:t>roject Specifications (summary of most important)</a:t>
            </a:r>
            <a:endParaRPr sz="2800" dirty="0">
              <a:solidFill>
                <a:schemeClr val="tx2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EF3873-2EC6-7D90-CB53-BF5CE705B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76930"/>
              </p:ext>
            </p:extLst>
          </p:nvPr>
        </p:nvGraphicFramePr>
        <p:xfrm>
          <a:off x="1123950" y="1324610"/>
          <a:ext cx="6896100" cy="3561504"/>
        </p:xfrm>
        <a:graphic>
          <a:graphicData uri="http://schemas.openxmlformats.org/drawingml/2006/table">
            <a:tbl>
              <a:tblPr firstRow="1" bandRow="1">
                <a:tableStyleId>{89891868-D20A-4FA1-B234-CD7D8489C38B}</a:tableStyleId>
              </a:tblPr>
              <a:tblGrid>
                <a:gridCol w="3448050">
                  <a:extLst>
                    <a:ext uri="{9D8B030D-6E8A-4147-A177-3AD203B41FA5}">
                      <a16:colId xmlns:a16="http://schemas.microsoft.com/office/drawing/2014/main" val="2574810282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226784258"/>
                    </a:ext>
                  </a:extLst>
                </a:gridCol>
              </a:tblGrid>
              <a:tr h="68347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/>
                          <a:sym typeface="Arial"/>
                        </a:rPr>
                        <a:t>The system must implement rolling buffers to store data continuously</a:t>
                      </a:r>
                      <a:endParaRPr lang="en-ZA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The system must classify stress states to an accuracy of 70%//ref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877421"/>
                  </a:ext>
                </a:extLst>
              </a:tr>
              <a:tr h="68347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The system must successfully identify deviated heart rates sustained for 5 minutes//ref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Successful mobile UI updates of stress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836403"/>
                  </a:ext>
                </a:extLst>
              </a:tr>
              <a:tr h="68347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/>
                          <a:sym typeface="Arial"/>
                        </a:rPr>
                        <a:t>Push notifications to user’s mobile device upon detection of moderate, severe or extreme stress</a:t>
                      </a:r>
                      <a:endParaRPr lang="en-ZA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Audible and haptic alerts for 5 to 10 seconds upon severe/extreme stress detection //ref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013023"/>
                  </a:ext>
                </a:extLst>
              </a:tr>
              <a:tr h="68347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Remote notifications are sent out to selected emergency contacts when extreme stress states are detected.</a:t>
                      </a:r>
                      <a:endParaRPr lang="en-ZA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The system pairs successfully via Bluetooth to the hardware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825714"/>
                  </a:ext>
                </a:extLst>
              </a:tr>
              <a:tr h="68347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ZA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The system must be ergonomic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ZA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2692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6">
          <a:extLst>
            <a:ext uri="{FF2B5EF4-FFF2-40B4-BE49-F238E27FC236}">
              <a16:creationId xmlns:a16="http://schemas.microsoft.com/office/drawing/2014/main" id="{359E5C01-F50E-10FB-68A9-EE6D935F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p61">
            <a:extLst>
              <a:ext uri="{FF2B5EF4-FFF2-40B4-BE49-F238E27FC236}">
                <a16:creationId xmlns:a16="http://schemas.microsoft.com/office/drawing/2014/main" id="{5655B017-E804-5FD3-C4E6-9324828B3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735" y="1"/>
            <a:ext cx="6832530" cy="792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tx2"/>
                </a:solidFill>
              </a:rPr>
              <a:t>Performance metrics of system</a:t>
            </a:r>
            <a:endParaRPr sz="4800" dirty="0">
              <a:solidFill>
                <a:schemeClr val="tx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934F8E-3A95-C8FA-3913-623FAD066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83447"/>
              </p:ext>
            </p:extLst>
          </p:nvPr>
        </p:nvGraphicFramePr>
        <p:xfrm>
          <a:off x="1455420" y="935990"/>
          <a:ext cx="6096000" cy="2225040"/>
        </p:xfrm>
        <a:graphic>
          <a:graphicData uri="http://schemas.openxmlformats.org/drawingml/2006/table">
            <a:tbl>
              <a:tblPr firstRow="1" bandRow="1">
                <a:tableStyleId>{89891868-D20A-4FA1-B234-CD7D8489C38B}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575582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91860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82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5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32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9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455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19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07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67"/>
          <p:cNvSpPr txBox="1">
            <a:spLocks noGrp="1"/>
          </p:cNvSpPr>
          <p:nvPr>
            <p:ph type="title"/>
          </p:nvPr>
        </p:nvSpPr>
        <p:spPr>
          <a:xfrm>
            <a:off x="713250" y="1966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The project so far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796540-A2D9-EC02-64AE-43270099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20" y="150143"/>
            <a:ext cx="6547160" cy="749017"/>
          </a:xfrm>
        </p:spPr>
        <p:txBody>
          <a:bodyPr/>
          <a:lstStyle/>
          <a:p>
            <a:r>
              <a:rPr lang="en-ZA" dirty="0">
                <a:solidFill>
                  <a:schemeClr val="tx2"/>
                </a:solidFill>
              </a:rPr>
              <a:t>What lies ahead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A537BA-CC6F-2592-07E8-4A3D29F81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52"/>
          <p:cNvSpPr txBox="1">
            <a:spLocks noGrp="1"/>
          </p:cNvSpPr>
          <p:nvPr>
            <p:ph type="title"/>
          </p:nvPr>
        </p:nvSpPr>
        <p:spPr>
          <a:xfrm>
            <a:off x="713250" y="152949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GA’s: What’s been done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1;p52">
            <a:extLst>
              <a:ext uri="{FF2B5EF4-FFF2-40B4-BE49-F238E27FC236}">
                <a16:creationId xmlns:a16="http://schemas.microsoft.com/office/drawing/2014/main" id="{EEDEE821-2546-F26A-4EBC-29A9D4C81149}"/>
              </a:ext>
            </a:extLst>
          </p:cNvPr>
          <p:cNvSpPr txBox="1">
            <a:spLocks/>
          </p:cNvSpPr>
          <p:nvPr/>
        </p:nvSpPr>
        <p:spPr>
          <a:xfrm>
            <a:off x="713250" y="152949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 i="0" u="none" strike="noStrike" cap="none" spc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ZA" dirty="0">
                <a:solidFill>
                  <a:schemeClr val="tx2"/>
                </a:solidFill>
              </a:rPr>
              <a:t>GA’s: What’s left to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p62"/>
          <p:cNvSpPr txBox="1">
            <a:spLocks noGrp="1"/>
          </p:cNvSpPr>
          <p:nvPr>
            <p:ph type="title"/>
          </p:nvPr>
        </p:nvSpPr>
        <p:spPr>
          <a:xfrm>
            <a:off x="3168513" y="-111127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Work Plan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5AE48-AC41-F2C8-EBE7-2559392A7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8" y="813713"/>
            <a:ext cx="8744392" cy="3636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47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References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59DB-B15B-424A-BB91-D6BCD0CDA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ADC986-CAA4-3B4F-8035-DF3338B84F8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D5C5F13-FACD-E9E7-DBB5-76461D0B9A11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2626D0D-BE09-3B63-2918-5E7B2568277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251</Words>
  <Application>Microsoft Office PowerPoint</Application>
  <PresentationFormat>On-screen Show (16:9)</PresentationFormat>
  <Paragraphs>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Source Sans Pro</vt:lpstr>
      <vt:lpstr>Arial</vt:lpstr>
      <vt:lpstr>Play</vt:lpstr>
      <vt:lpstr>Computer Science &amp; Mathematics Major For College: Computer Science &amp; Programming by Slidesgo</vt:lpstr>
      <vt:lpstr>FINAL DESIGN PROJECT 2026 Vitality Watchdog System</vt:lpstr>
      <vt:lpstr>TABLE OF CONTENTS</vt:lpstr>
      <vt:lpstr>Conceptual block diagram</vt:lpstr>
      <vt:lpstr>Project Specifications (summary of most important)</vt:lpstr>
      <vt:lpstr>Performance metrics of system</vt:lpstr>
      <vt:lpstr>The project so far</vt:lpstr>
      <vt:lpstr>What lies ahead</vt:lpstr>
      <vt:lpstr>GA’s: What’s been done</vt:lpstr>
      <vt:lpstr>PowerPoint Presentation</vt:lpstr>
      <vt:lpstr>Work Plan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Orien Harichand (222012115)</cp:lastModifiedBy>
  <cp:revision>16</cp:revision>
  <dcterms:modified xsi:type="dcterms:W3CDTF">2026-09-16T16:40:11Z</dcterms:modified>
</cp:coreProperties>
</file>